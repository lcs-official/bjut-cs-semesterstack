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75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4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26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1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58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2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29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1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3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5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56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6986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016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6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589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620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85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D1FC9-0EE4-4DAB-B734-ABC36A37522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37C76-D6A5-4847-B3EE-115BA81856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66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303BA-371E-9151-27F9-3032A367A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113" y="1803405"/>
            <a:ext cx="10357449" cy="1825096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dirty="0"/>
              <a:t>智能实验室预约 与 设备管理 </a:t>
            </a:r>
            <a:br>
              <a:rPr lang="en-US" altLang="zh-CN" sz="5400" dirty="0"/>
            </a:br>
            <a:r>
              <a:rPr lang="zh-CN" altLang="en-US" sz="5400" dirty="0"/>
              <a:t>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2F6BD3-E768-39B7-0554-9BE2AAF6D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842" y="4581106"/>
            <a:ext cx="3579962" cy="369332"/>
          </a:xfrm>
        </p:spPr>
        <p:txBody>
          <a:bodyPr/>
          <a:lstStyle/>
          <a:p>
            <a:r>
              <a:rPr lang="zh-CN" altLang="en-US" dirty="0"/>
              <a:t>需求规格说明书汇报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EC5953-5B44-B8E7-758C-7F047D9EE163}"/>
              </a:ext>
            </a:extLst>
          </p:cNvPr>
          <p:cNvSpPr txBox="1"/>
          <p:nvPr/>
        </p:nvSpPr>
        <p:spPr>
          <a:xfrm>
            <a:off x="1327842" y="5158596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组成员：王一帆 侯景祺 李佳萌 冯际鸣</a:t>
            </a:r>
          </a:p>
        </p:txBody>
      </p:sp>
    </p:spTree>
    <p:extLst>
      <p:ext uri="{BB962C8B-B14F-4D97-AF65-F5344CB8AC3E}">
        <p14:creationId xmlns:p14="http://schemas.microsoft.com/office/powerpoint/2010/main" val="234811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9448D-5A01-BB71-3FC5-F7F9FD8D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系统整体业务全景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833D504-DDE8-7A12-7D99-B270C2316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29" y="2489602"/>
            <a:ext cx="9816141" cy="2510391"/>
          </a:xfrm>
        </p:spPr>
      </p:pic>
    </p:spTree>
    <p:extLst>
      <p:ext uri="{BB962C8B-B14F-4D97-AF65-F5344CB8AC3E}">
        <p14:creationId xmlns:p14="http://schemas.microsoft.com/office/powerpoint/2010/main" val="14045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C80D8-26A4-D7A4-E1C0-8AD4F91A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权限架构：基于</a:t>
            </a:r>
            <a:r>
              <a:rPr lang="en-US" altLang="zh-CN" dirty="0"/>
              <a:t>RBAC</a:t>
            </a:r>
            <a:r>
              <a:rPr lang="zh-CN" altLang="en-US" dirty="0"/>
              <a:t>的角色定义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200A69-F2DA-1F19-AED6-A6B74143B9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6120" y="2120817"/>
            <a:ext cx="10414959" cy="395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学生：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核心职责：预约、签到、报修 。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🚫红线：禁看他人信用、禁越权审批 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实验室管理员：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核心职责：审批辖区预约、处理报修、违约判定 。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🚫红线：禁跨区审批、禁改全局参数 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CN" sz="2000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系统管理员：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核心职责：维护字典、配置参数 。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🚫红线：禁干预审批、禁改历史日志 。</a:t>
            </a:r>
          </a:p>
        </p:txBody>
      </p:sp>
    </p:spTree>
    <p:extLst>
      <p:ext uri="{BB962C8B-B14F-4D97-AF65-F5344CB8AC3E}">
        <p14:creationId xmlns:p14="http://schemas.microsoft.com/office/powerpoint/2010/main" val="134610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F2436-36BA-2FF7-37E5-01FB4938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系统功能层级与迭代规划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BE9E86D-CDA8-722C-EA85-91F91D105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85" y="2362276"/>
            <a:ext cx="5388195" cy="3210388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EEC1AC-0F24-7E7D-D775-E3E389FC4F41}"/>
              </a:ext>
            </a:extLst>
          </p:cNvPr>
          <p:cNvSpPr txBox="1"/>
          <p:nvPr/>
        </p:nvSpPr>
        <p:spPr>
          <a:xfrm>
            <a:off x="6096000" y="3429000"/>
            <a:ext cx="5295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预约流转、现场管控、信用管理、底层支撑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智能推荐、</a:t>
            </a:r>
            <a:r>
              <a:rPr lang="en-US" altLang="zh-CN" dirty="0"/>
              <a:t>IoT</a:t>
            </a:r>
            <a:r>
              <a:rPr lang="zh-CN" altLang="en-US" dirty="0"/>
              <a:t>联动、自动核对、数据大屏</a:t>
            </a:r>
          </a:p>
        </p:txBody>
      </p:sp>
    </p:spTree>
    <p:extLst>
      <p:ext uri="{BB962C8B-B14F-4D97-AF65-F5344CB8AC3E}">
        <p14:creationId xmlns:p14="http://schemas.microsoft.com/office/powerpoint/2010/main" val="47788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6B137-B774-5C79-D4EC-1041C29E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541" y="356056"/>
            <a:ext cx="8610600" cy="1293028"/>
          </a:xfrm>
        </p:spPr>
        <p:txBody>
          <a:bodyPr/>
          <a:lstStyle/>
          <a:p>
            <a:r>
              <a:rPr lang="zh-CN" altLang="en-US" dirty="0"/>
              <a:t>核心数据流转设计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E0112E37-B47B-C286-A91B-5669948CF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69" y="1476555"/>
            <a:ext cx="11710262" cy="5117404"/>
          </a:xfrm>
        </p:spPr>
      </p:pic>
    </p:spTree>
    <p:extLst>
      <p:ext uri="{BB962C8B-B14F-4D97-AF65-F5344CB8AC3E}">
        <p14:creationId xmlns:p14="http://schemas.microsoft.com/office/powerpoint/2010/main" val="13286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F455E-BDB4-85EC-817C-D8EF8C1D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业务逻辑详解</a:t>
            </a:r>
            <a:r>
              <a:rPr lang="en-US" altLang="zh-CN" b="1" dirty="0"/>
              <a:t>1</a:t>
            </a:r>
            <a:r>
              <a:rPr lang="zh-CN" altLang="en-US" dirty="0"/>
              <a:t>：智能预约与退改杠杆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7BE9449-4B64-0214-F360-C0D327C48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42" y="1902125"/>
            <a:ext cx="5135309" cy="4750803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02E790F3-D817-E53A-2DAC-18DF9A3E2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2125"/>
            <a:ext cx="5685091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前置条件：登录且积分 ≥ 60</a:t>
            </a: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智能推荐：遇冲突自动推荐空闲时段/备用机</a:t>
            </a: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2000" b="1" dirty="0">
              <a:latin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阶梯退改惩罚机制：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&gt;2h 提前取消：无责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&lt;2h 临期取消：扣2分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超时未签到：视为爽约，大额扣分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2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A3718-0931-975D-990D-78562A64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业务逻辑详解 </a:t>
            </a:r>
            <a:r>
              <a:rPr lang="en-US" altLang="zh-CN" b="1" dirty="0"/>
              <a:t>2</a:t>
            </a:r>
            <a:r>
              <a:rPr lang="zh-CN" altLang="en-US" b="1" dirty="0"/>
              <a:t>：软硬件解耦与</a:t>
            </a:r>
            <a:r>
              <a:rPr lang="en-US" altLang="zh-CN" b="1" dirty="0"/>
              <a:t>IoT</a:t>
            </a:r>
            <a:r>
              <a:rPr lang="zh-CN" altLang="en-US" b="1" dirty="0"/>
              <a:t>模拟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690831-558C-D707-D672-0B869B880C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67686"/>
            <a:ext cx="936666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b="1" dirty="0">
                <a:latin typeface="+mn-ea"/>
              </a:rPr>
              <a:t>签到校验（业务层）：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订单状态必须为“已通过” 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时间窗口严格限制在预约起始时间前15分钟至预约结束时间内 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签到成功后，状态流转为“使用中” 。</a:t>
            </a: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b="1" dirty="0">
                <a:latin typeface="+mn-ea"/>
              </a:rPr>
              <a:t>设备联动（系统层）：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触发机制：监听到状态变更为“使用中” 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异步解耦：核心业务层向“IoT控制服务”发送异步消息 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+mn-ea"/>
              </a:rPr>
              <a:t>动作模拟：后台记录“[IoT接口调用]”日志，模拟发送门禁解锁或设备通电指令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67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90B85-4D94-DD93-B64B-B758BBFC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业务逻辑详解</a:t>
            </a:r>
            <a:r>
              <a:rPr lang="en-US" altLang="zh-CN" b="1" dirty="0"/>
              <a:t>3</a:t>
            </a:r>
            <a:r>
              <a:rPr lang="zh-CN" altLang="en-US" dirty="0"/>
              <a:t>：设备报修闭环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BF615D-F3B2-15FF-E227-A34CA9220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2026" y="1897469"/>
            <a:ext cx="612331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b="1" dirty="0">
                <a:latin typeface="+mn-ea"/>
              </a:rPr>
              <a:t>发起条件：处于“使用中”状态的用户或实验室管理员可发起</a:t>
            </a: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CN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b="1" dirty="0">
                <a:latin typeface="+mn-ea"/>
              </a:rPr>
              <a:t>四步状态机流转：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 sz="1800" b="1" dirty="0">
                <a:latin typeface="+mn-ea"/>
              </a:rPr>
              <a:t>发起：用户上报故障，设备状态从“正常”变为“待确认故障”</a:t>
            </a: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zh-CN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 sz="1800" b="1" dirty="0">
                <a:latin typeface="+mn-ea"/>
              </a:rPr>
              <a:t>拦截：管理员收到提醒，该设备在日历中置灰，禁止新增预约</a:t>
            </a: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zh-CN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zh-CN" altLang="zh-CN" sz="1800" b="1" dirty="0">
                <a:latin typeface="+mn-ea"/>
              </a:rPr>
              <a:t>维修：管理员核实后更新为“维修中”，系统自动批量取消该设备后续所有已预约单据并通知学生</a:t>
            </a:r>
            <a:endParaRPr lang="en-US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zh-CN" altLang="zh-CN" sz="1800" b="1" dirty="0">
              <a:latin typeface="+mn-ea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zh-CN" altLang="zh-CN" sz="1800" b="1" dirty="0">
                <a:latin typeface="+mn-ea"/>
              </a:rPr>
              <a:t>恢复：维修完成改回“正常”，重新释放档期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5BEF8C-8D1E-E7AE-98DF-E9040AD1A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847" y="2183202"/>
            <a:ext cx="5105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0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70E01-8AEA-5A31-DFFA-51A823AF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业务逻辑详解</a:t>
            </a:r>
            <a:r>
              <a:rPr lang="en-US" altLang="zh-CN" b="1" dirty="0"/>
              <a:t>4</a:t>
            </a:r>
            <a:r>
              <a:rPr lang="zh-CN" altLang="en-US" dirty="0"/>
              <a:t>：信用审批与熔断惩罚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46451F7-B50F-1A3F-FE1A-5B431016A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67686"/>
            <a:ext cx="806663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latin typeface="+mn-ea"/>
              </a:rPr>
              <a:t>23:00 自动巡检： 提取过期未签到单据 ➜ “疑似爽约”</a:t>
            </a:r>
            <a:endParaRPr lang="en-US" altLang="zh-CN" sz="2000" b="1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000" b="1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en-US" sz="2000" b="1" dirty="0">
                <a:latin typeface="+mn-ea"/>
              </a:rPr>
              <a:t>人</a:t>
            </a:r>
            <a:r>
              <a:rPr lang="zh-CN" altLang="zh-CN" sz="2000" b="1" dirty="0">
                <a:latin typeface="+mn-ea"/>
              </a:rPr>
              <a:t>工复核： 管理员定性并执行扣分</a:t>
            </a: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CN" altLang="zh-CN" sz="2000" b="1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b="1" dirty="0">
                <a:latin typeface="+mn-ea"/>
              </a:rPr>
              <a:t>熔断触发： 规则引擎核对 ➜ 积分 &lt; 60分 ➜ 封禁7天 &amp; 站内警告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4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4B0BD-5524-A759-FF34-4172CA5B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dirty="0"/>
              <a:t>总结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461DED-242A-DB66-1EB5-1F1EEEB50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3426" y="3555999"/>
            <a:ext cx="10345148" cy="1802761"/>
          </a:xfrm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</a:rPr>
              <a:t>通过规则前置与自动化调度，成功实现实验室资源的精细化、无人化管理</a:t>
            </a:r>
            <a:endParaRPr lang="en-US" altLang="zh-CN" sz="2000" b="1" dirty="0">
              <a:latin typeface="+mn-ea"/>
            </a:endParaRPr>
          </a:p>
          <a:p>
            <a:pPr algn="ctr"/>
            <a:endParaRPr lang="en-US" altLang="zh-CN" sz="2000" b="1" dirty="0">
              <a:latin typeface="+mn-ea"/>
            </a:endParaRPr>
          </a:p>
          <a:p>
            <a:pPr algn="ctr"/>
            <a:r>
              <a:rPr lang="zh-CN" altLang="en-US" sz="2800" b="1" dirty="0">
                <a:latin typeface="+mn-ea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295635763"/>
      </p:ext>
    </p:extLst>
  </p:cSld>
  <p:clrMapOvr>
    <a:masterClrMapping/>
  </p:clrMapOvr>
</p:sld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TM04033937[[fn=水汽尾迹]]</Template>
  <TotalTime>40</TotalTime>
  <Words>471</Words>
  <Application>Microsoft Office PowerPoint</Application>
  <PresentationFormat>宽屏</PresentationFormat>
  <Paragraphs>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水汽尾迹</vt:lpstr>
      <vt:lpstr>智能实验室预约 与 设备管理  系统</vt:lpstr>
      <vt:lpstr>系统整体业务全景</vt:lpstr>
      <vt:lpstr>权限架构：基于RBAC的角色定义</vt:lpstr>
      <vt:lpstr>系统功能层级与迭代规划</vt:lpstr>
      <vt:lpstr>核心数据流转设计</vt:lpstr>
      <vt:lpstr>业务逻辑详解1：智能预约与退改杠杆</vt:lpstr>
      <vt:lpstr>业务逻辑详解 2：软硬件解耦与IoT模拟 </vt:lpstr>
      <vt:lpstr>业务逻辑详解3：设备报修闭环</vt:lpstr>
      <vt:lpstr>业务逻辑详解4：信用审批与熔断惩罚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一帆 王</dc:creator>
  <cp:lastModifiedBy>LC State</cp:lastModifiedBy>
  <cp:revision>23</cp:revision>
  <dcterms:created xsi:type="dcterms:W3CDTF">2026-04-04T09:10:08Z</dcterms:created>
  <dcterms:modified xsi:type="dcterms:W3CDTF">2026-04-05T07:02:56Z</dcterms:modified>
</cp:coreProperties>
</file>