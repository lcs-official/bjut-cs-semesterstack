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441" r:id="rId3"/>
    <p:sldId id="260" r:id="rId4"/>
    <p:sldId id="261" r:id="rId5"/>
    <p:sldId id="264" r:id="rId6"/>
    <p:sldId id="257" r:id="rId7"/>
    <p:sldId id="440" r:id="rId8"/>
    <p:sldId id="258" r:id="rId9"/>
    <p:sldId id="439" r:id="rId10"/>
    <p:sldId id="436" r:id="rId11"/>
    <p:sldId id="433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612" autoAdjust="0"/>
  </p:normalViewPr>
  <p:slideViewPr>
    <p:cSldViewPr>
      <p:cViewPr varScale="1">
        <p:scale>
          <a:sx n="115" d="100"/>
          <a:sy n="115" d="100"/>
        </p:scale>
        <p:origin x="210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22C2AC1-F32E-3900-90C3-C0655F864D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C6743E-DB6A-6039-C666-EEC8EB094B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B55D991-4C8C-0F49-8DBA-A441D96BED9F}" type="datetimeFigureOut">
              <a:rPr lang="zh-CN" altLang="en-US"/>
              <a:pPr>
                <a:defRPr/>
              </a:pPr>
              <a:t>2026/4/3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97061BB-AC16-3761-AF8F-65F7DE298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7C127B4-D02D-FE4B-FE04-F628E2BAD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49A0AE-F00B-CF67-BB45-A925028C68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9B7B04-2DF5-3DC3-6D23-26EFB5F00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F6B31A-3F71-AA49-AEA4-14C025A554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>
            <a:extLst>
              <a:ext uri="{FF2B5EF4-FFF2-40B4-BE49-F238E27FC236}">
                <a16:creationId xmlns:a16="http://schemas.microsoft.com/office/drawing/2014/main" id="{00DDF2EA-52BD-BA94-F26D-055A18038B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EAD91F-2CD0-303B-547C-06AD57A01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>
                <a:latin typeface="+mj-ea"/>
                <a:ea typeface="+mj-ea"/>
              </a:rPr>
              <a:t>实验时间：五一放假（第</a:t>
            </a:r>
            <a:r>
              <a:rPr lang="en-US" altLang="zh-CN" b="1" dirty="0">
                <a:latin typeface="+mj-ea"/>
                <a:ea typeface="+mj-ea"/>
              </a:rPr>
              <a:t>9</a:t>
            </a:r>
            <a:r>
              <a:rPr lang="zh-CN" altLang="en-US" b="1" dirty="0">
                <a:latin typeface="+mj-ea"/>
                <a:ea typeface="+mj-ea"/>
              </a:rPr>
              <a:t>周）。</a:t>
            </a:r>
            <a:endParaRPr lang="en-US" altLang="zh-CN" b="1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b="1" dirty="0">
                <a:latin typeface="+mj-ea"/>
                <a:ea typeface="+mj-ea"/>
              </a:rPr>
              <a:t>（信息楼</a:t>
            </a:r>
            <a:r>
              <a:rPr lang="en-US" altLang="zh-CN" b="1" dirty="0">
                <a:latin typeface="+mj-ea"/>
                <a:ea typeface="+mj-ea"/>
              </a:rPr>
              <a:t>519</a:t>
            </a:r>
            <a:r>
              <a:rPr lang="zh-CN" altLang="en-US" b="1" dirty="0">
                <a:latin typeface="+mj-ea"/>
                <a:ea typeface="+mj-ea"/>
              </a:rPr>
              <a:t>）</a:t>
            </a:r>
            <a:endParaRPr lang="en-US" altLang="zh-CN" b="1" dirty="0">
              <a:solidFill>
                <a:schemeClr val="hlink"/>
              </a:solidFill>
              <a:latin typeface="+mn-ea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16387" name="灯片编号占位符 3">
            <a:extLst>
              <a:ext uri="{FF2B5EF4-FFF2-40B4-BE49-F238E27FC236}">
                <a16:creationId xmlns:a16="http://schemas.microsoft.com/office/drawing/2014/main" id="{AB837C9B-1C5A-D5D9-3A23-1D691FBF6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5ED74A-4F8F-F942-AD06-1A7F33EA8E2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>
            <a:extLst>
              <a:ext uri="{FF2B5EF4-FFF2-40B4-BE49-F238E27FC236}">
                <a16:creationId xmlns:a16="http://schemas.microsoft.com/office/drawing/2014/main" id="{B091C824-028F-41A2-F000-3835ED8008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备注占位符 2">
            <a:extLst>
              <a:ext uri="{FF2B5EF4-FFF2-40B4-BE49-F238E27FC236}">
                <a16:creationId xmlns:a16="http://schemas.microsoft.com/office/drawing/2014/main" id="{38586CA1-F7C6-8FF1-A8D9-842E1B59D7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Wireshark</a:t>
            </a:r>
            <a:r>
              <a:rPr lang="zh-CN" altLang="en-US"/>
              <a:t>参考手册</a:t>
            </a:r>
            <a:r>
              <a:rPr lang="en-US" altLang="zh-CN"/>
              <a:t>(</a:t>
            </a:r>
            <a:r>
              <a:rPr lang="zh-CN" altLang="en-US"/>
              <a:t>中文版</a:t>
            </a:r>
            <a:r>
              <a:rPr lang="en-US" altLang="zh-CN"/>
              <a:t>). http://man.lupaworld.com/content/network/wireshark/</a:t>
            </a:r>
          </a:p>
          <a:p>
            <a:endParaRPr lang="en-US" altLang="zh-CN"/>
          </a:p>
        </p:txBody>
      </p:sp>
      <p:sp>
        <p:nvSpPr>
          <p:cNvPr id="20483" name="灯片编号占位符 3">
            <a:extLst>
              <a:ext uri="{FF2B5EF4-FFF2-40B4-BE49-F238E27FC236}">
                <a16:creationId xmlns:a16="http://schemas.microsoft.com/office/drawing/2014/main" id="{94694BAF-DAFB-DFD5-F5B6-F71E1369B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97614B-F65A-5D4C-BB3B-709911F85497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>
            <a:extLst>
              <a:ext uri="{FF2B5EF4-FFF2-40B4-BE49-F238E27FC236}">
                <a16:creationId xmlns:a16="http://schemas.microsoft.com/office/drawing/2014/main" id="{F74E2C6D-EF07-5FF3-547E-979A686416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6" name="备注占位符 2">
            <a:extLst>
              <a:ext uri="{FF2B5EF4-FFF2-40B4-BE49-F238E27FC236}">
                <a16:creationId xmlns:a16="http://schemas.microsoft.com/office/drawing/2014/main" id="{678FD258-5BC7-101D-1292-46000AE3B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S-</a:t>
            </a:r>
            <a:r>
              <a:rPr lang="zh-CN" altLang="en-US"/>
              <a:t> 交换机</a:t>
            </a:r>
            <a:endParaRPr lang="en-US" altLang="zh-CN"/>
          </a:p>
          <a:p>
            <a:r>
              <a:rPr lang="en-US" altLang="zh-CN"/>
              <a:t>R-</a:t>
            </a:r>
            <a:r>
              <a:rPr lang="zh-CN" altLang="en-US"/>
              <a:t> 路由器</a:t>
            </a:r>
            <a:endParaRPr lang="en-US" altLang="zh-CN"/>
          </a:p>
          <a:p>
            <a:r>
              <a:rPr lang="zh-CN" altLang="zh-CN"/>
              <a:t>522</a:t>
            </a:r>
            <a:r>
              <a:rPr lang="zh-CN" altLang="en-US"/>
              <a:t>房间</a:t>
            </a:r>
            <a:r>
              <a:rPr lang="zh-CN" altLang="zh-CN"/>
              <a:t>Red Hat Linux</a:t>
            </a:r>
            <a:r>
              <a:rPr lang="zh-CN" altLang="en-US"/>
              <a:t>系统</a:t>
            </a:r>
            <a:r>
              <a:rPr lang="zh-CN" altLang="zh-CN"/>
              <a:t>root</a:t>
            </a:r>
            <a:r>
              <a:rPr lang="zh-CN" altLang="en-US"/>
              <a:t>密码：</a:t>
            </a:r>
            <a:r>
              <a:rPr lang="zh-CN" altLang="zh-CN"/>
              <a:t>root123，Windows</a:t>
            </a:r>
            <a:r>
              <a:rPr lang="zh-CN" altLang="en-US"/>
              <a:t>密码：</a:t>
            </a:r>
            <a:r>
              <a:rPr lang="zh-CN" altLang="zh-CN"/>
              <a:t>Root123</a:t>
            </a:r>
          </a:p>
          <a:p>
            <a:endParaRPr lang="zh-CN" altLang="en-US"/>
          </a:p>
        </p:txBody>
      </p:sp>
      <p:sp>
        <p:nvSpPr>
          <p:cNvPr id="26627" name="灯片编号占位符 3">
            <a:extLst>
              <a:ext uri="{FF2B5EF4-FFF2-40B4-BE49-F238E27FC236}">
                <a16:creationId xmlns:a16="http://schemas.microsoft.com/office/drawing/2014/main" id="{C0E3234E-31B4-17AD-09CA-E85898FB3F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95A886-EB2D-2842-BC9A-CCEC938315E8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>
            <a:extLst>
              <a:ext uri="{FF2B5EF4-FFF2-40B4-BE49-F238E27FC236}">
                <a16:creationId xmlns:a16="http://schemas.microsoft.com/office/drawing/2014/main" id="{01422E34-EEEF-7752-FD93-07FBD3469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4" name="备注占位符 2">
            <a:extLst>
              <a:ext uri="{FF2B5EF4-FFF2-40B4-BE49-F238E27FC236}">
                <a16:creationId xmlns:a16="http://schemas.microsoft.com/office/drawing/2014/main" id="{C0FD7613-8F6B-AE30-0035-7DA4EE9CB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S-</a:t>
            </a:r>
            <a:r>
              <a:rPr lang="zh-CN" altLang="en-US" dirty="0"/>
              <a:t> 交换机</a:t>
            </a:r>
            <a:endParaRPr lang="en-US" altLang="zh-CN" dirty="0"/>
          </a:p>
          <a:p>
            <a:r>
              <a:rPr lang="en-US" altLang="zh-CN" dirty="0"/>
              <a:t>R-</a:t>
            </a:r>
            <a:r>
              <a:rPr lang="zh-CN" altLang="en-US" dirty="0"/>
              <a:t> 路由器</a:t>
            </a:r>
            <a:endParaRPr lang="en-US" altLang="zh-CN" dirty="0"/>
          </a:p>
          <a:p>
            <a:r>
              <a:rPr lang="en-US" altLang="zh-CN" dirty="0"/>
              <a:t>519</a:t>
            </a:r>
            <a:r>
              <a:rPr lang="zh-CN" altLang="en-US" dirty="0"/>
              <a:t>房间</a:t>
            </a:r>
            <a:r>
              <a:rPr lang="zh-CN" altLang="zh-CN" dirty="0"/>
              <a:t>Ubuntu</a:t>
            </a:r>
            <a:r>
              <a:rPr lang="zh-CN" altLang="en-US" dirty="0"/>
              <a:t>系统</a:t>
            </a:r>
            <a:r>
              <a:rPr lang="en-US" altLang="zh-CN" dirty="0"/>
              <a:t>root</a:t>
            </a:r>
            <a:r>
              <a:rPr lang="zh-CN" altLang="en-US" dirty="0"/>
              <a:t>或</a:t>
            </a:r>
            <a:r>
              <a:rPr lang="zh-CN" altLang="zh-CN" dirty="0"/>
              <a:t>lab519</a:t>
            </a:r>
            <a:r>
              <a:rPr lang="zh-CN" altLang="en-US" dirty="0"/>
              <a:t>密码：</a:t>
            </a:r>
            <a:r>
              <a:rPr lang="en-US" altLang="zh-CN" dirty="0"/>
              <a:t>123456</a:t>
            </a:r>
            <a:r>
              <a:rPr lang="zh-CN" altLang="zh-CN" dirty="0"/>
              <a:t>，Windows</a:t>
            </a:r>
            <a:r>
              <a:rPr lang="zh-CN" altLang="en-US" dirty="0"/>
              <a:t>密码：</a:t>
            </a:r>
            <a:r>
              <a:rPr lang="en-US" altLang="zh-CN" dirty="0"/>
              <a:t>123456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8675" name="灯片编号占位符 3">
            <a:extLst>
              <a:ext uri="{FF2B5EF4-FFF2-40B4-BE49-F238E27FC236}">
                <a16:creationId xmlns:a16="http://schemas.microsoft.com/office/drawing/2014/main" id="{6E8C9D94-B3C0-9D3D-045B-618C1DD074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747662-AE35-4B45-AE34-601CA2129368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30DD20-B250-2F22-AFE6-6E50A11B8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E865F7-C5DA-8075-18B1-A7FDCBC634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9D331B-44BA-128F-E51B-68E258E53A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39561-AFEB-3749-A43D-5F281D9B5D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491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C285B5-1895-CDF0-9BE0-E056436BC5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79E6C6-D43D-14BD-F902-9EA795C8B8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CA1E6C-698A-DA9B-3ACB-CCE139B658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11D9D-0E21-3045-92C2-E14A35481B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15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79DA32-5EF2-5B72-42A7-F87F1DE38D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7A57B2-D46C-7856-044C-9F39B026C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5FD283-7BEC-E04A-992A-3A700BCC7D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8F57CF-733C-D145-BF4D-6804CBC243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943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AEA4C-2E53-5DF1-C453-0AF4DBB54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62CD7-851B-3E3F-FA06-D414678121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41352E-AA63-D221-C3E1-B08960082C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F90A6-FE06-E24C-AA40-7343C45525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761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A28484-FC5E-4FD2-DB4C-935A065B16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F33253-D2A1-E8C1-A25D-6C9629B2E6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86EFB5D-0E05-26E2-FE8E-5600C43DA5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F6AF92-71FA-5842-8F74-496CEF5A30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561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382689-9AFA-BEAB-5CBA-47FB4DEF8E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872E2E7-0107-E78B-3D21-F658932089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64059D-4A0B-2289-40E9-CD2BD3E6A2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D58AD-ECDB-C848-9A85-BD321C62C0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1705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A9F75F6-67FD-2DE3-E15B-A7F0A372DE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BA782CE-C9F0-88DD-2839-99BB579ABC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C8E0EE-2A1E-8E66-6E42-49704FEB30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08D02-52EF-EF4F-88A1-6B29B55819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149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85D78D-3AA8-76A5-7C5B-92FAC34B6A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9184B5-4CE0-49D8-EEBF-25DE5DA9E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F09D1-8676-B719-5E88-A6F0B01B36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B9B64-08EC-934A-8326-6D10DC66C9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186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0AD15C-2385-C046-7D19-C1F255ABB2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C7B25-D9D1-646F-3D6E-9C67FC2E8D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194FDC-ABB1-7585-0DB2-3F30FBBAF0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F8894-D075-AE47-A498-6380EB3AD5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832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23DF8A-22E0-423B-ED3A-D88E275C8C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6C047E-ED93-D59C-A0CF-3D19576567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E1D9D0-4052-EDA8-C43F-367A915DE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CDD44-E700-3D49-BD98-3118410ED7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335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002DFB-AD90-4460-F2C1-4C08DBC84D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BF74F2-97E8-319E-84D5-DFCEFAAD92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DB357C-E1CB-5207-C2C6-FCFEE0543A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5DF9D-AF21-3141-9BE9-2EF7D40F1B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7879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4E8060-55AE-84E5-9327-5C010177B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593C15-DA38-46C8-2EFB-E632532A8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76467C8-B492-D6A6-0FA6-3BCA0030DE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C598D02-E5FE-59DA-6E9F-CA130277AE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EBFAAF-B233-0BA9-45E7-627526732E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C01972A-62F7-F948-AA63-2E390B99C2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302708AE-B9B2-2275-F6DF-1B2D43E418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1C7218A1-D0E8-EC03-2075-BA692B201F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B9D588B-D149-2D9D-C068-6DB8DB10C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latin typeface="+mj-ea"/>
              </a:rPr>
              <a:t>实验时间地点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892C80-AD3B-5FDF-A4C5-1FB20C29F8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270875" cy="4575175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时间</a:t>
            </a:r>
          </a:p>
          <a:p>
            <a:pPr lvl="1" eaLnBrk="1" hangingPunct="1"/>
            <a:r>
              <a:rPr lang="en-US" altLang="zh-CN" b="1" dirty="0">
                <a:latin typeface="+mj-ea"/>
                <a:ea typeface="+mj-ea"/>
              </a:rPr>
              <a:t>8</a:t>
            </a:r>
            <a:r>
              <a:rPr lang="zh-CN" altLang="en-US" b="1" dirty="0">
                <a:latin typeface="+mj-ea"/>
                <a:ea typeface="+mj-ea"/>
              </a:rPr>
              <a:t>、</a:t>
            </a:r>
            <a:r>
              <a:rPr lang="en-US" altLang="zh-CN" b="1" dirty="0">
                <a:latin typeface="+mj-ea"/>
                <a:ea typeface="+mj-ea"/>
              </a:rPr>
              <a:t>10-12</a:t>
            </a:r>
            <a:r>
              <a:rPr lang="zh-CN" altLang="en-US" b="1" dirty="0">
                <a:latin typeface="+mj-ea"/>
                <a:ea typeface="+mj-ea"/>
              </a:rPr>
              <a:t>周 周五第</a:t>
            </a:r>
            <a:r>
              <a:rPr lang="en-US" altLang="zh-CN" b="1" dirty="0">
                <a:latin typeface="+mj-ea"/>
                <a:ea typeface="+mj-ea"/>
              </a:rPr>
              <a:t>5/6</a:t>
            </a:r>
            <a:r>
              <a:rPr lang="zh-CN" altLang="en-US" b="1" dirty="0">
                <a:latin typeface="+mj-ea"/>
                <a:ea typeface="+mj-ea"/>
              </a:rPr>
              <a:t>节</a:t>
            </a:r>
            <a:endParaRPr lang="en-US" altLang="zh-CN" b="1" dirty="0">
              <a:latin typeface="+mj-ea"/>
              <a:ea typeface="+mj-ea"/>
            </a:endParaRPr>
          </a:p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地点</a:t>
            </a:r>
          </a:p>
          <a:p>
            <a:pPr lvl="1" eaLnBrk="1" hangingPunct="1"/>
            <a:r>
              <a:rPr lang="zh-CN" altLang="en-US" b="1" dirty="0">
                <a:latin typeface="+mj-ea"/>
                <a:ea typeface="+mj-ea"/>
              </a:rPr>
              <a:t>实验中心 信息楼</a:t>
            </a:r>
            <a:r>
              <a:rPr lang="en-US" altLang="zh-CN" b="1" dirty="0">
                <a:latin typeface="+mj-ea"/>
                <a:ea typeface="+mj-ea"/>
              </a:rPr>
              <a:t>519</a:t>
            </a:r>
            <a:endParaRPr lang="zh-CN" altLang="en-US" b="1" dirty="0">
              <a:solidFill>
                <a:schemeClr val="hlink"/>
              </a:solidFill>
              <a:latin typeface="+mj-ea"/>
              <a:ea typeface="+mj-ea"/>
            </a:endParaRPr>
          </a:p>
          <a:p>
            <a:pPr lvl="1" eaLnBrk="1" hangingPunct="1">
              <a:defRPr/>
            </a:pPr>
            <a:endParaRPr lang="zh-CN" altLang="en-US" b="1" dirty="0">
              <a:solidFill>
                <a:schemeClr val="hlink"/>
              </a:solidFill>
              <a:latin typeface="+mj-ea"/>
              <a:ea typeface="+mj-ea"/>
            </a:endParaRPr>
          </a:p>
        </p:txBody>
      </p:sp>
      <p:sp>
        <p:nvSpPr>
          <p:cNvPr id="15363" name="灯片编号占位符 3">
            <a:extLst>
              <a:ext uri="{FF2B5EF4-FFF2-40B4-BE49-F238E27FC236}">
                <a16:creationId xmlns:a16="http://schemas.microsoft.com/office/drawing/2014/main" id="{49B8C88B-A825-BC73-A7B2-BEF8E992E8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4CF4246F-D08A-A643-A30E-BCACF79B860C}" type="slidenum">
              <a:rPr lang="en-US" altLang="zh-CN" sz="1400" smtClean="0"/>
              <a:pPr algn="l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F5FF011-0438-142D-FE7E-89750F087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安排说明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F37BBDA1-95E4-511D-E13C-EC3BF899F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7772400" cy="4968875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每组</a:t>
            </a:r>
            <a:r>
              <a:rPr lang="en-US" altLang="zh-CN" sz="2800" b="1" dirty="0">
                <a:latin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</a:rPr>
              <a:t>人，自愿组合，选一名组长</a:t>
            </a:r>
          </a:p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各组由组长负责，各成员分工、合作，按任务书要求进行方案设计和实施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必须在实验时间和地点验收实验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每人交一份</a:t>
            </a:r>
            <a:r>
              <a:rPr lang="en-US" altLang="zh-CN" sz="2800" b="1" dirty="0">
                <a:latin typeface="宋体" panose="02010600030101010101" pitchFamily="2" charset="-122"/>
              </a:rPr>
              <a:t>《</a:t>
            </a:r>
            <a:r>
              <a:rPr lang="zh-CN" altLang="zh-CN" sz="2800" b="1" dirty="0">
                <a:latin typeface="宋体" panose="02010600030101010101" pitchFamily="2" charset="-122"/>
              </a:rPr>
              <a:t>IPv6</a:t>
            </a:r>
            <a:r>
              <a:rPr lang="zh-CN" altLang="en-US" sz="2800" b="1" dirty="0">
                <a:latin typeface="宋体" panose="02010600030101010101" pitchFamily="2" charset="-122"/>
              </a:rPr>
              <a:t>技术及应用实验报告</a:t>
            </a:r>
            <a:r>
              <a:rPr lang="en-US" altLang="zh-CN" sz="2800" b="1" dirty="0">
                <a:latin typeface="宋体" panose="02010600030101010101" pitchFamily="2" charset="-122"/>
              </a:rPr>
              <a:t>》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latin typeface="宋体" panose="02010600030101010101" pitchFamily="2" charset="-122"/>
              </a:rPr>
              <a:t>第</a:t>
            </a:r>
            <a:r>
              <a:rPr lang="en-US" altLang="zh-CN" sz="2400" b="1" dirty="0">
                <a:latin typeface="宋体" panose="02010600030101010101" pitchFamily="2" charset="-122"/>
              </a:rPr>
              <a:t>13</a:t>
            </a:r>
            <a:r>
              <a:rPr lang="zh-CN" altLang="en-US" sz="2400" b="1" dirty="0">
                <a:latin typeface="宋体" panose="02010600030101010101" pitchFamily="2" charset="-122"/>
              </a:rPr>
              <a:t>周周五</a:t>
            </a:r>
            <a:r>
              <a:rPr lang="en-US" altLang="zh-CN" sz="2400" b="1" dirty="0">
                <a:latin typeface="宋体" panose="02010600030101010101" pitchFamily="2" charset="-122"/>
              </a:rPr>
              <a:t>17:00</a:t>
            </a:r>
            <a:r>
              <a:rPr lang="zh-CN" altLang="en-US" sz="2400" b="1" dirty="0">
                <a:latin typeface="宋体" panose="02010600030101010101" pitchFamily="2" charset="-122"/>
              </a:rPr>
              <a:t>前提交到</a:t>
            </a:r>
            <a:r>
              <a:rPr lang="en-US" altLang="zh-CN" sz="2400" b="1" dirty="0" err="1">
                <a:latin typeface="宋体" panose="02010600030101010101" pitchFamily="2" charset="-122"/>
              </a:rPr>
              <a:t>renxt@bjut.edu.cn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latin typeface="宋体" panose="02010600030101010101" pitchFamily="2" charset="-122"/>
              </a:rPr>
              <a:t>报告格式见</a:t>
            </a:r>
            <a:r>
              <a:rPr lang="en-US" altLang="zh-CN" sz="2400" b="1" dirty="0">
                <a:latin typeface="宋体" panose="02010600030101010101" pitchFamily="2" charset="-122"/>
              </a:rPr>
              <a:t>《IPv6</a:t>
            </a:r>
            <a:r>
              <a:rPr lang="zh-CN" altLang="en-US" sz="2400" b="1" dirty="0">
                <a:latin typeface="宋体" panose="02010600030101010101" pitchFamily="2" charset="-122"/>
              </a:rPr>
              <a:t>技术及应用实验报告格式</a:t>
            </a:r>
            <a:r>
              <a:rPr lang="en-US" altLang="zh-CN" sz="2400" b="1" dirty="0">
                <a:latin typeface="宋体" panose="02010600030101010101" pitchFamily="2" charset="-122"/>
              </a:rPr>
              <a:t>.docx》</a:t>
            </a:r>
          </a:p>
          <a:p>
            <a:pPr eaLnBrk="1" hangingPunct="1"/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D541021-6E71-6F7A-2ABD-BACDA0E11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工作环境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6042CD80-F9C5-C313-3E65-15D89604E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7772400" cy="4618037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硬件环境</a:t>
            </a:r>
          </a:p>
          <a:p>
            <a:pPr lvl="1" eaLnBrk="1" hangingPunct="1"/>
            <a:r>
              <a:rPr lang="zh-CN" altLang="en-US" b="1">
                <a:latin typeface="宋体" panose="02010600030101010101" pitchFamily="2" charset="-122"/>
              </a:rPr>
              <a:t>每组分配</a:t>
            </a:r>
            <a:r>
              <a:rPr lang="en-US" altLang="zh-CN" b="1">
                <a:latin typeface="宋体" panose="02010600030101010101" pitchFamily="2" charset="-122"/>
              </a:rPr>
              <a:t>3</a:t>
            </a:r>
            <a:r>
              <a:rPr lang="zh-CN" altLang="en-US" b="1">
                <a:latin typeface="宋体" panose="02010600030101010101" pitchFamily="2" charset="-122"/>
              </a:rPr>
              <a:t>台</a:t>
            </a:r>
            <a:r>
              <a:rPr lang="en-US" altLang="zh-CN" b="1">
                <a:latin typeface="宋体" panose="02010600030101010101" pitchFamily="2" charset="-122"/>
              </a:rPr>
              <a:t>PC</a:t>
            </a:r>
            <a:r>
              <a:rPr lang="zh-CN" altLang="en-US" b="1">
                <a:latin typeface="宋体" panose="02010600030101010101" pitchFamily="2" charset="-122"/>
              </a:rPr>
              <a:t>机、一台二层交换机、网线</a:t>
            </a:r>
          </a:p>
          <a:p>
            <a:pPr lvl="1" eaLnBrk="1" hangingPunct="1"/>
            <a:r>
              <a:rPr lang="zh-CN" altLang="en-US" b="1">
                <a:latin typeface="宋体" panose="02010600030101010101" pitchFamily="2" charset="-122"/>
              </a:rPr>
              <a:t>实验室还提供二层交换机</a:t>
            </a:r>
          </a:p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软件环境</a:t>
            </a:r>
          </a:p>
          <a:p>
            <a:pPr lvl="1" eaLnBrk="1" hangingPunct="1"/>
            <a:r>
              <a:rPr lang="zh-CN" altLang="en-US" b="1">
                <a:latin typeface="宋体" panose="02010600030101010101" pitchFamily="2" charset="-122"/>
              </a:rPr>
              <a:t>各组同学自己确定要使用的软件</a:t>
            </a:r>
          </a:p>
          <a:p>
            <a:pPr lvl="1" eaLnBrk="1" hangingPunct="1"/>
            <a:r>
              <a:rPr lang="zh-CN" altLang="en-US" b="1">
                <a:latin typeface="宋体" panose="02010600030101010101" pitchFamily="2" charset="-122"/>
              </a:rPr>
              <a:t>实验室提供</a:t>
            </a:r>
            <a:r>
              <a:rPr lang="en-US" altLang="zh-CN" b="1">
                <a:latin typeface="宋体" panose="02010600030101010101" pitchFamily="2" charset="-122"/>
              </a:rPr>
              <a:t>Redhat Enterprise Linux Server 6.3</a:t>
            </a:r>
            <a:r>
              <a:rPr lang="zh-CN" altLang="en-US" b="1">
                <a:latin typeface="宋体" panose="02010600030101010101" pitchFamily="2" charset="-122"/>
              </a:rPr>
              <a:t>（或</a:t>
            </a:r>
            <a:r>
              <a:rPr lang="en-US" altLang="zh-CN" b="1">
                <a:latin typeface="宋体" panose="02010600030101010101" pitchFamily="2" charset="-122"/>
              </a:rPr>
              <a:t>Ubuntu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  <a:r>
              <a:rPr lang="en-US" altLang="zh-CN" b="1">
                <a:latin typeface="宋体" panose="02010600030101010101" pitchFamily="2" charset="-122"/>
              </a:rPr>
              <a:t>Linux</a:t>
            </a:r>
            <a:r>
              <a:rPr lang="zh-CN" altLang="en-US" b="1">
                <a:latin typeface="宋体" panose="02010600030101010101" pitchFamily="2" charset="-122"/>
              </a:rPr>
              <a:t>）、</a:t>
            </a:r>
            <a:r>
              <a:rPr lang="en-US" altLang="zh-CN" b="1">
                <a:latin typeface="宋体" panose="02010600030101010101" pitchFamily="2" charset="-122"/>
              </a:rPr>
              <a:t>Windows Server 2008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3113707C-EEB4-1D84-7C8C-0FFFD4E4A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任务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64D9019-BB09-3D2C-77E5-9CA86130AB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>
                <a:latin typeface="宋体" panose="02010600030101010101" pitchFamily="2" charset="-122"/>
              </a:rPr>
              <a:t>实验一 </a:t>
            </a:r>
            <a:r>
              <a:rPr lang="en-US" altLang="zh-CN" b="1">
                <a:latin typeface="宋体" panose="02010600030101010101" pitchFamily="2" charset="-122"/>
              </a:rPr>
              <a:t>IPv6</a:t>
            </a:r>
            <a:r>
              <a:rPr lang="zh-CN" altLang="en-US" b="1">
                <a:latin typeface="宋体" panose="02010600030101010101" pitchFamily="2" charset="-122"/>
              </a:rPr>
              <a:t>协议分析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>
                <a:latin typeface="宋体" panose="02010600030101010101" pitchFamily="2" charset="-122"/>
              </a:rPr>
              <a:t>利用协议分析软件分析通信协议的工作过程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>
                <a:latin typeface="宋体" panose="02010600030101010101" pitchFamily="2" charset="-122"/>
              </a:rPr>
              <a:t>至少要完成以下过程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b="1">
                <a:latin typeface="宋体" panose="02010600030101010101" pitchFamily="2" charset="-122"/>
              </a:rPr>
              <a:t>如：抓包，调出跟踪存储的历史报文，选择有代表性的以太网、</a:t>
            </a:r>
            <a:r>
              <a:rPr lang="en-US" altLang="zh-CN" b="1">
                <a:latin typeface="宋体" panose="02010600030101010101" pitchFamily="2" charset="-122"/>
              </a:rPr>
              <a:t>IPv4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IPv6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ICMPv6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IPv6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逐跳选项扩展头、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IPv6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选路扩展头、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IPv6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分段扩展头、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IPv6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身份认证扩展头、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IPv6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封装安全性净荷扩展头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TCP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UDP</a:t>
            </a:r>
            <a:r>
              <a:rPr lang="zh-CN" altLang="en-US" b="1">
                <a:latin typeface="宋体" panose="02010600030101010101" pitchFamily="2" charset="-122"/>
              </a:rPr>
              <a:t>等，对照有关协议逐个分析报文各字段的含义及内容）</a:t>
            </a:r>
            <a:endParaRPr lang="zh-CN" altLang="en-US" sz="18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>
                <a:latin typeface="宋体" panose="02010600030101010101" pitchFamily="2" charset="-122"/>
              </a:rPr>
              <a:t>建议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>
                <a:latin typeface="宋体" panose="02010600030101010101" pitchFamily="2" charset="-122"/>
              </a:rPr>
              <a:t>协议分析软件采用</a:t>
            </a:r>
            <a:r>
              <a:rPr lang="en-US" altLang="zh-CN" b="1">
                <a:latin typeface="宋体" panose="02010600030101010101" pitchFamily="2" charset="-122"/>
              </a:rPr>
              <a:t>Wireshark</a:t>
            </a:r>
            <a:endParaRPr lang="en-US" altLang="zh-CN" sz="20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86D34997-CF5A-1CE5-AC72-76A6DC10D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任务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4BBACBB7-7D5D-A83D-AB89-DF77F0545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实验二 </a:t>
            </a:r>
            <a:r>
              <a:rPr lang="en-US" altLang="zh-CN" b="1">
                <a:latin typeface="宋体" panose="02010600030101010101" pitchFamily="2" charset="-122"/>
              </a:rPr>
              <a:t>IPv6/IPv4</a:t>
            </a:r>
            <a:r>
              <a:rPr lang="zh-CN" altLang="en-US" b="1">
                <a:latin typeface="宋体" panose="02010600030101010101" pitchFamily="2" charset="-122"/>
              </a:rPr>
              <a:t>的服务器建立</a:t>
            </a:r>
          </a:p>
          <a:p>
            <a:pPr lvl="1" eaLnBrk="1" hangingPunct="1"/>
            <a:r>
              <a:rPr lang="zh-CN" altLang="en-US" b="1">
                <a:latin typeface="宋体" panose="02010600030101010101" pitchFamily="2" charset="-122"/>
              </a:rPr>
              <a:t>搭建基于</a:t>
            </a:r>
            <a:r>
              <a:rPr lang="en-US" altLang="zh-CN" b="1">
                <a:latin typeface="宋体" panose="02010600030101010101" pitchFamily="2" charset="-122"/>
              </a:rPr>
              <a:t>IPv6/IPv4</a:t>
            </a:r>
            <a:r>
              <a:rPr lang="zh-CN" altLang="en-US" b="1">
                <a:latin typeface="宋体" panose="02010600030101010101" pitchFamily="2" charset="-122"/>
              </a:rPr>
              <a:t>的服务器（如：</a:t>
            </a:r>
            <a:r>
              <a:rPr lang="en-US" altLang="zh-CN" b="1">
                <a:latin typeface="宋体" panose="02010600030101010101" pitchFamily="2" charset="-122"/>
              </a:rPr>
              <a:t>Web</a:t>
            </a:r>
            <a:r>
              <a:rPr lang="zh-CN" altLang="en-US" b="1">
                <a:latin typeface="宋体" panose="02010600030101010101" pitchFamily="2" charset="-122"/>
              </a:rPr>
              <a:t>服务器）</a:t>
            </a:r>
          </a:p>
          <a:p>
            <a:pPr eaLnBrk="1" hangingPunct="1"/>
            <a:endParaRPr lang="zh-CN" altLang="en-US" b="1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建议</a:t>
            </a:r>
          </a:p>
          <a:p>
            <a:pPr lvl="1" eaLnBrk="1" hangingPunct="1"/>
            <a:r>
              <a:rPr lang="en-US" altLang="zh-CN" b="1">
                <a:latin typeface="宋体" panose="02010600030101010101" pitchFamily="2" charset="-122"/>
              </a:rPr>
              <a:t>Web</a:t>
            </a:r>
            <a:r>
              <a:rPr lang="zh-CN" altLang="en-US" b="1">
                <a:latin typeface="宋体" panose="02010600030101010101" pitchFamily="2" charset="-122"/>
              </a:rPr>
              <a:t>服务器选用</a:t>
            </a:r>
            <a:r>
              <a:rPr lang="en-US" altLang="zh-CN" b="1">
                <a:latin typeface="宋体" panose="02010600030101010101" pitchFamily="2" charset="-122"/>
              </a:rPr>
              <a:t>apache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Web</a:t>
            </a:r>
            <a:r>
              <a:rPr lang="zh-CN" altLang="en-US" b="1">
                <a:latin typeface="宋体" panose="02010600030101010101" pitchFamily="2" charset="-122"/>
              </a:rPr>
              <a:t>服务器（</a:t>
            </a:r>
            <a:r>
              <a:rPr lang="en-US" altLang="zh-CN" b="1">
                <a:latin typeface="宋体" panose="02010600030101010101" pitchFamily="2" charset="-122"/>
              </a:rPr>
              <a:t>IIS</a:t>
            </a:r>
            <a:r>
              <a:rPr lang="zh-CN" altLang="en-US" b="1">
                <a:latin typeface="宋体" panose="02010600030101010101" pitchFamily="2" charset="-122"/>
              </a:rPr>
              <a:t>）</a:t>
            </a:r>
            <a:endParaRPr lang="en-US" altLang="zh-CN" b="1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b="1">
                <a:latin typeface="宋体" panose="02010600030101010101" pitchFamily="2" charset="-122"/>
              </a:rPr>
              <a:t>服务器操作系统选用</a:t>
            </a:r>
            <a:r>
              <a:rPr lang="en-US" altLang="zh-CN" b="1">
                <a:latin typeface="宋体" panose="02010600030101010101" pitchFamily="2" charset="-122"/>
              </a:rPr>
              <a:t>Linux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Windows Server 2008</a:t>
            </a:r>
            <a:endParaRPr lang="zh-CN" altLang="en-US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14">
            <a:extLst>
              <a:ext uri="{FF2B5EF4-FFF2-40B4-BE49-F238E27FC236}">
                <a16:creationId xmlns:a16="http://schemas.microsoft.com/office/drawing/2014/main" id="{37CB5696-A72B-8164-EF8B-1B22F684BC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3913" y="2960688"/>
            <a:ext cx="5330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1">
              <a:latin typeface="+mj-ea"/>
              <a:ea typeface="+mj-ea"/>
            </a:endParaRPr>
          </a:p>
        </p:txBody>
      </p:sp>
      <p:pic>
        <p:nvPicPr>
          <p:cNvPr id="22530" name="图片 4">
            <a:extLst>
              <a:ext uri="{FF2B5EF4-FFF2-40B4-BE49-F238E27FC236}">
                <a16:creationId xmlns:a16="http://schemas.microsoft.com/office/drawing/2014/main" id="{E3E4C8A7-2027-9E41-598B-953DC3850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2636838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图片 6">
            <a:extLst>
              <a:ext uri="{FF2B5EF4-FFF2-40B4-BE49-F238E27FC236}">
                <a16:creationId xmlns:a16="http://schemas.microsoft.com/office/drawing/2014/main" id="{8D3CA569-C917-669C-6764-B54969E88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2565400"/>
            <a:ext cx="5048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9">
            <a:extLst>
              <a:ext uri="{FF2B5EF4-FFF2-40B4-BE49-F238E27FC236}">
                <a16:creationId xmlns:a16="http://schemas.microsoft.com/office/drawing/2014/main" id="{585E789D-0B8E-2AEA-F4B6-560B93FF0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3213100"/>
            <a:ext cx="1762125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200" b="1" dirty="0">
                <a:latin typeface="+mj-ea"/>
                <a:ea typeface="+mj-ea"/>
              </a:rPr>
              <a:t>客户机</a:t>
            </a:r>
            <a:endParaRPr kumimoji="1" lang="en-US" altLang="zh-CN" sz="1200" b="1" dirty="0">
              <a:latin typeface="+mj-ea"/>
              <a:ea typeface="+mj-ea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.2/24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::2/64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7" name="文本框 9">
            <a:extLst>
              <a:ext uri="{FF2B5EF4-FFF2-40B4-BE49-F238E27FC236}">
                <a16:creationId xmlns:a16="http://schemas.microsoft.com/office/drawing/2014/main" id="{F60F3352-1649-C39B-C6C3-77824F43C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5863" y="3213100"/>
            <a:ext cx="1762125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200" b="1" dirty="0">
                <a:latin typeface="+mj-ea"/>
                <a:ea typeface="+mj-ea"/>
              </a:rPr>
              <a:t>服务器</a:t>
            </a:r>
            <a:endParaRPr kumimoji="1" lang="en-US" altLang="zh-CN" sz="1200" b="1" dirty="0">
              <a:latin typeface="+mj-ea"/>
              <a:ea typeface="+mj-ea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.3/24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::3/64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pic>
        <p:nvPicPr>
          <p:cNvPr id="22534" name="Picture 34">
            <a:extLst>
              <a:ext uri="{FF2B5EF4-FFF2-40B4-BE49-F238E27FC236}">
                <a16:creationId xmlns:a16="http://schemas.microsoft.com/office/drawing/2014/main" id="{DED70DB9-5C90-4A5F-0E61-8FC2440F6FE4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2779713"/>
            <a:ext cx="79216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9150CCE-D8DF-AED0-9476-7DE0E9338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763" y="3179763"/>
            <a:ext cx="11509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200" b="1" dirty="0">
                <a:latin typeface="+mj-ea"/>
                <a:ea typeface="+mj-ea"/>
              </a:rPr>
              <a:t>交换机</a:t>
            </a:r>
            <a:endParaRPr kumimoji="1" lang="en-US" altLang="zh-CN" sz="1200" b="1" dirty="0">
              <a:latin typeface="+mj-ea"/>
              <a:ea typeface="+mj-ea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200" b="1" dirty="0">
                <a:latin typeface="+mj-ea"/>
                <a:ea typeface="+mj-ea"/>
              </a:rPr>
              <a:t>（玻璃机房）</a:t>
            </a:r>
          </a:p>
        </p:txBody>
      </p:sp>
      <p:sp>
        <p:nvSpPr>
          <p:cNvPr id="22536" name="文本框 11">
            <a:extLst>
              <a:ext uri="{FF2B5EF4-FFF2-40B4-BE49-F238E27FC236}">
                <a16:creationId xmlns:a16="http://schemas.microsoft.com/office/drawing/2014/main" id="{799A4B0F-BFF7-667B-33AE-5CED315ED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4138613"/>
            <a:ext cx="457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zh-CN" altLang="en-US" sz="1800"/>
              <a:t>实验二 网络拓扑图</a:t>
            </a:r>
            <a:endParaRPr lang="zh-CN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D3A4D27F-3AFB-B0CA-0936-8547E9F6F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任务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C09DF43A-2C4E-FDAE-4635-45552B5FC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实验三 </a:t>
            </a:r>
            <a:r>
              <a:rPr lang="en-US" altLang="zh-CN" b="1" dirty="0">
                <a:latin typeface="宋体" panose="02010600030101010101" pitchFamily="2" charset="-122"/>
              </a:rPr>
              <a:t>IPv6/IPv4</a:t>
            </a:r>
            <a:r>
              <a:rPr lang="zh-CN" altLang="en-US" b="1" dirty="0">
                <a:latin typeface="宋体" panose="02010600030101010101" pitchFamily="2" charset="-122"/>
              </a:rPr>
              <a:t>实验环境建立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利用</a:t>
            </a:r>
            <a:r>
              <a:rPr lang="en-US" altLang="zh-CN" b="1" dirty="0">
                <a:latin typeface="宋体" panose="02010600030101010101" pitchFamily="2" charset="-122"/>
              </a:rPr>
              <a:t>PC</a:t>
            </a:r>
            <a:r>
              <a:rPr lang="zh-CN" altLang="en-US" b="1" dirty="0">
                <a:latin typeface="宋体" panose="02010600030101010101" pitchFamily="2" charset="-122"/>
              </a:rPr>
              <a:t>路由器建立</a:t>
            </a:r>
            <a:r>
              <a:rPr lang="en-US" altLang="zh-CN" b="1" dirty="0">
                <a:latin typeface="宋体" panose="02010600030101010101" pitchFamily="2" charset="-122"/>
              </a:rPr>
              <a:t>IPv6/IPv4</a:t>
            </a:r>
            <a:r>
              <a:rPr lang="zh-CN" altLang="en-US" b="1" dirty="0">
                <a:latin typeface="宋体" panose="02010600030101010101" pitchFamily="2" charset="-122"/>
              </a:rPr>
              <a:t>实验环境</a:t>
            </a:r>
          </a:p>
          <a:p>
            <a:pPr lvl="2" eaLnBrk="1" hangingPunct="1"/>
            <a:r>
              <a:rPr lang="zh-CN" altLang="en-US" b="1" dirty="0">
                <a:latin typeface="宋体" panose="02010600030101010101" pitchFamily="2" charset="-122"/>
              </a:rPr>
              <a:t>要配置</a:t>
            </a:r>
            <a:r>
              <a:rPr lang="en-US" altLang="zh-CN" b="1" dirty="0">
                <a:latin typeface="宋体" panose="02010600030101010101" pitchFamily="2" charset="-122"/>
              </a:rPr>
              <a:t>IPv6 PC</a:t>
            </a:r>
            <a:r>
              <a:rPr lang="zh-CN" altLang="en-US" b="1" dirty="0">
                <a:latin typeface="宋体" panose="02010600030101010101" pitchFamily="2" charset="-122"/>
              </a:rPr>
              <a:t>路由器，利用</a:t>
            </a:r>
            <a:r>
              <a:rPr lang="en-US" altLang="zh-CN" b="1" dirty="0">
                <a:latin typeface="宋体" panose="02010600030101010101" pitchFamily="2" charset="-122"/>
              </a:rPr>
              <a:t>IPv6</a:t>
            </a:r>
            <a:r>
              <a:rPr lang="zh-CN" altLang="en-US" b="1" dirty="0">
                <a:latin typeface="宋体" panose="02010600030101010101" pitchFamily="2" charset="-122"/>
              </a:rPr>
              <a:t>路由器把</a:t>
            </a:r>
            <a:r>
              <a:rPr lang="en-US" altLang="zh-CN" b="1" dirty="0">
                <a:latin typeface="宋体" panose="02010600030101010101" pitchFamily="2" charset="-122"/>
              </a:rPr>
              <a:t>IPv6</a:t>
            </a:r>
            <a:r>
              <a:rPr lang="zh-CN" altLang="en-US" b="1" dirty="0">
                <a:latin typeface="宋体" panose="02010600030101010101" pitchFamily="2" charset="-122"/>
              </a:rPr>
              <a:t>服务器和客户端连接起来</a:t>
            </a:r>
          </a:p>
          <a:p>
            <a:pPr eaLnBrk="1" hangingPunct="1"/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建议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路由器用双网卡</a:t>
            </a:r>
            <a:r>
              <a:rPr lang="en-US" altLang="zh-CN" b="1" dirty="0">
                <a:latin typeface="宋体" panose="02010600030101010101" pitchFamily="2" charset="-122"/>
              </a:rPr>
              <a:t>PC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路由器操作系统可用</a:t>
            </a:r>
            <a:r>
              <a:rPr lang="en-US" altLang="zh-CN" b="1" dirty="0">
                <a:latin typeface="宋体" panose="02010600030101010101" pitchFamily="2" charset="-122"/>
              </a:rPr>
              <a:t>Windows Server 2008</a:t>
            </a:r>
            <a:r>
              <a:rPr lang="zh-CN" altLang="en-US" b="1" dirty="0">
                <a:latin typeface="宋体" panose="02010600030101010101" pitchFamily="2" charset="-122"/>
              </a:rPr>
              <a:t>（推荐）或</a:t>
            </a:r>
            <a:r>
              <a:rPr lang="en-US" altLang="zh-CN" b="1" dirty="0">
                <a:latin typeface="宋体" panose="02010600030101010101" pitchFamily="2" charset="-122"/>
              </a:rPr>
              <a:t>Linux</a:t>
            </a:r>
            <a:r>
              <a:rPr lang="zh-CN" altLang="en-US" b="1" dirty="0">
                <a:latin typeface="宋体" panose="02010600030101010101" pitchFamily="2" charset="-122"/>
              </a:rPr>
              <a:t>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114">
            <a:extLst>
              <a:ext uri="{FF2B5EF4-FFF2-40B4-BE49-F238E27FC236}">
                <a16:creationId xmlns:a16="http://schemas.microsoft.com/office/drawing/2014/main" id="{1284E95A-2328-131A-67D3-26EEA3AC02C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8350" y="2103438"/>
            <a:ext cx="20638" cy="136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1">
              <a:latin typeface="+mj-ea"/>
              <a:ea typeface="+mj-ea"/>
            </a:endParaRPr>
          </a:p>
        </p:txBody>
      </p:sp>
      <p:sp>
        <p:nvSpPr>
          <p:cNvPr id="18" name="Line 114">
            <a:extLst>
              <a:ext uri="{FF2B5EF4-FFF2-40B4-BE49-F238E27FC236}">
                <a16:creationId xmlns:a16="http://schemas.microsoft.com/office/drawing/2014/main" id="{13AC09B9-12C8-D88A-0E07-80570339C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013" y="2132013"/>
            <a:ext cx="20637" cy="136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1">
              <a:latin typeface="+mj-ea"/>
              <a:ea typeface="+mj-ea"/>
            </a:endParaRPr>
          </a:p>
        </p:txBody>
      </p:sp>
      <p:sp>
        <p:nvSpPr>
          <p:cNvPr id="6" name="Line 114">
            <a:extLst>
              <a:ext uri="{FF2B5EF4-FFF2-40B4-BE49-F238E27FC236}">
                <a16:creationId xmlns:a16="http://schemas.microsoft.com/office/drawing/2014/main" id="{81B42A4F-CBFA-704F-1CD5-3E1EB80BCC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8713" y="2132013"/>
            <a:ext cx="6972300" cy="44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1">
              <a:latin typeface="+mj-ea"/>
              <a:ea typeface="+mj-ea"/>
            </a:endParaRPr>
          </a:p>
        </p:txBody>
      </p:sp>
      <p:sp>
        <p:nvSpPr>
          <p:cNvPr id="8" name="文本框 9">
            <a:extLst>
              <a:ext uri="{FF2B5EF4-FFF2-40B4-BE49-F238E27FC236}">
                <a16:creationId xmlns:a16="http://schemas.microsoft.com/office/drawing/2014/main" id="{8775BF3B-C637-EC97-BBF0-4BB0C8B96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1484313"/>
            <a:ext cx="917575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latin typeface="+mj-ea"/>
                <a:ea typeface="+mj-ea"/>
              </a:rPr>
              <a:t>交换机</a:t>
            </a:r>
            <a:r>
              <a:rPr kumimoji="1" lang="en-US" altLang="zh-CN" sz="1600" b="1" dirty="0">
                <a:latin typeface="+mj-ea"/>
                <a:ea typeface="+mj-ea"/>
              </a:rPr>
              <a:t>1</a:t>
            </a:r>
            <a:endParaRPr kumimoji="1" lang="zh-CN" altLang="en-US" sz="1600" b="1" dirty="0">
              <a:latin typeface="+mj-ea"/>
              <a:ea typeface="+mj-ea"/>
            </a:endParaRPr>
          </a:p>
        </p:txBody>
      </p:sp>
      <p:sp>
        <p:nvSpPr>
          <p:cNvPr id="9" name="文本框 9">
            <a:extLst>
              <a:ext uri="{FF2B5EF4-FFF2-40B4-BE49-F238E27FC236}">
                <a16:creationId xmlns:a16="http://schemas.microsoft.com/office/drawing/2014/main" id="{CA949CED-1081-B810-76E7-9A1F74AC3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1484313"/>
            <a:ext cx="917575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latin typeface="+mj-ea"/>
                <a:ea typeface="+mj-ea"/>
              </a:rPr>
              <a:t>路由器</a:t>
            </a:r>
            <a:r>
              <a:rPr kumimoji="1" lang="en-US" altLang="zh-CN" sz="1600" b="1" dirty="0">
                <a:latin typeface="+mj-ea"/>
                <a:ea typeface="+mj-ea"/>
              </a:rPr>
              <a:t>1</a:t>
            </a:r>
            <a:endParaRPr kumimoji="1" lang="zh-CN" altLang="en-US" sz="1600" b="1" dirty="0">
              <a:latin typeface="+mj-ea"/>
              <a:ea typeface="+mj-ea"/>
            </a:endParaRPr>
          </a:p>
        </p:txBody>
      </p:sp>
      <p:pic>
        <p:nvPicPr>
          <p:cNvPr id="24582" name="Picture 34">
            <a:extLst>
              <a:ext uri="{FF2B5EF4-FFF2-40B4-BE49-F238E27FC236}">
                <a16:creationId xmlns:a16="http://schemas.microsoft.com/office/drawing/2014/main" id="{0B3241D4-8684-42EE-15E4-CA6DB361274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1985963"/>
            <a:ext cx="79216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32">
            <a:extLst>
              <a:ext uri="{FF2B5EF4-FFF2-40B4-BE49-F238E27FC236}">
                <a16:creationId xmlns:a16="http://schemas.microsoft.com/office/drawing/2014/main" id="{2662E3DA-A94B-20A5-86A7-5E21DFAF7FB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75" y="1898650"/>
            <a:ext cx="928688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9">
            <a:extLst>
              <a:ext uri="{FF2B5EF4-FFF2-40B4-BE49-F238E27FC236}">
                <a16:creationId xmlns:a16="http://schemas.microsoft.com/office/drawing/2014/main" id="{E17D64B9-B75C-F37C-39DF-CD148CE3C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403350"/>
            <a:ext cx="1560513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latin typeface="+mj-ea"/>
                <a:ea typeface="+mj-ea"/>
              </a:rPr>
              <a:t>交换机</a:t>
            </a:r>
            <a:endParaRPr kumimoji="1" lang="en-US" altLang="zh-CN" sz="1600" b="1" dirty="0">
              <a:latin typeface="+mj-ea"/>
              <a:ea typeface="+mj-ea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latin typeface="+mj-ea"/>
                <a:ea typeface="+mj-ea"/>
              </a:rPr>
              <a:t>（玻璃机房）</a:t>
            </a:r>
          </a:p>
        </p:txBody>
      </p:sp>
      <p:sp>
        <p:nvSpPr>
          <p:cNvPr id="13" name="文本框 9">
            <a:extLst>
              <a:ext uri="{FF2B5EF4-FFF2-40B4-BE49-F238E27FC236}">
                <a16:creationId xmlns:a16="http://schemas.microsoft.com/office/drawing/2014/main" id="{07683AC9-4CD2-A27D-1816-879F9C2A7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4425" y="1484313"/>
            <a:ext cx="917575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latin typeface="+mj-ea"/>
                <a:ea typeface="+mj-ea"/>
              </a:rPr>
              <a:t>路由器</a:t>
            </a:r>
            <a:r>
              <a:rPr kumimoji="1" lang="en-US" altLang="zh-CN" sz="1600" b="1" dirty="0">
                <a:latin typeface="+mj-ea"/>
                <a:ea typeface="+mj-ea"/>
              </a:rPr>
              <a:t>2</a:t>
            </a:r>
            <a:endParaRPr kumimoji="1" lang="zh-CN" altLang="en-US" sz="1600" b="1" dirty="0">
              <a:latin typeface="+mj-ea"/>
              <a:ea typeface="+mj-ea"/>
            </a:endParaRPr>
          </a:p>
        </p:txBody>
      </p:sp>
      <p:pic>
        <p:nvPicPr>
          <p:cNvPr id="24586" name="Picture 34">
            <a:extLst>
              <a:ext uri="{FF2B5EF4-FFF2-40B4-BE49-F238E27FC236}">
                <a16:creationId xmlns:a16="http://schemas.microsoft.com/office/drawing/2014/main" id="{BB8B953A-3BAA-4519-849D-FD6A1FEC2ED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513" y="1985963"/>
            <a:ext cx="79216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9">
            <a:extLst>
              <a:ext uri="{FF2B5EF4-FFF2-40B4-BE49-F238E27FC236}">
                <a16:creationId xmlns:a16="http://schemas.microsoft.com/office/drawing/2014/main" id="{AA152DDC-F592-C77C-86B0-DEB989AF3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7038" y="1484313"/>
            <a:ext cx="917575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latin typeface="+mj-ea"/>
                <a:ea typeface="+mj-ea"/>
              </a:rPr>
              <a:t>交换机</a:t>
            </a:r>
            <a:r>
              <a:rPr kumimoji="1" lang="en-US" altLang="zh-CN" sz="1600" b="1" dirty="0">
                <a:latin typeface="+mj-ea"/>
                <a:ea typeface="+mj-ea"/>
              </a:rPr>
              <a:t>2</a:t>
            </a:r>
            <a:endParaRPr kumimoji="1" lang="zh-CN" altLang="en-US" sz="1600" b="1" dirty="0">
              <a:latin typeface="+mj-ea"/>
              <a:ea typeface="+mj-ea"/>
            </a:endParaRPr>
          </a:p>
        </p:txBody>
      </p:sp>
      <p:pic>
        <p:nvPicPr>
          <p:cNvPr id="24588" name="Picture 32">
            <a:extLst>
              <a:ext uri="{FF2B5EF4-FFF2-40B4-BE49-F238E27FC236}">
                <a16:creationId xmlns:a16="http://schemas.microsoft.com/office/drawing/2014/main" id="{3F01576A-5EBE-696E-0C4C-6EDA6865934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1898650"/>
            <a:ext cx="928687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9" name="Picture 34">
            <a:extLst>
              <a:ext uri="{FF2B5EF4-FFF2-40B4-BE49-F238E27FC236}">
                <a16:creationId xmlns:a16="http://schemas.microsoft.com/office/drawing/2014/main" id="{218A8A5B-F135-DDAE-8DF9-1AFC54F076D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985963"/>
            <a:ext cx="79216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0" name="图片 4">
            <a:extLst>
              <a:ext uri="{FF2B5EF4-FFF2-40B4-BE49-F238E27FC236}">
                <a16:creationId xmlns:a16="http://schemas.microsoft.com/office/drawing/2014/main" id="{A18D94E0-CB49-8906-B838-AEBFEE317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3357563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1" name="图片 6">
            <a:extLst>
              <a:ext uri="{FF2B5EF4-FFF2-40B4-BE49-F238E27FC236}">
                <a16:creationId xmlns:a16="http://schemas.microsoft.com/office/drawing/2014/main" id="{368D3A1F-F30E-2C0E-B0BA-886FC6933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263" y="3284538"/>
            <a:ext cx="5048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文本框 9">
            <a:extLst>
              <a:ext uri="{FF2B5EF4-FFF2-40B4-BE49-F238E27FC236}">
                <a16:creationId xmlns:a16="http://schemas.microsoft.com/office/drawing/2014/main" id="{AF15B797-3332-9A4F-AE04-83AE1A10E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895600"/>
            <a:ext cx="1890712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.1/24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::1/64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21" name="文本框 9">
            <a:extLst>
              <a:ext uri="{FF2B5EF4-FFF2-40B4-BE49-F238E27FC236}">
                <a16:creationId xmlns:a16="http://schemas.microsoft.com/office/drawing/2014/main" id="{4A2E881D-89A5-6900-9419-5BDE07382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725" y="2895600"/>
            <a:ext cx="1890713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192.168.0.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1/</a:t>
            </a:r>
            <a:r>
              <a:rPr kumimoji="1" lang="en-US" altLang="zh-CN" sz="1200" b="1" dirty="0">
                <a:latin typeface="+mj-ea"/>
                <a:ea typeface="+mj-ea"/>
              </a:rPr>
              <a:t>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2001:250:1:0::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/64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22" name="文本框 9">
            <a:extLst>
              <a:ext uri="{FF2B5EF4-FFF2-40B4-BE49-F238E27FC236}">
                <a16:creationId xmlns:a16="http://schemas.microsoft.com/office/drawing/2014/main" id="{276BA061-E698-5257-D7A7-9A73FD217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2895600"/>
            <a:ext cx="189230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192.168.0.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en-US" altLang="zh-CN" sz="1200" b="1" dirty="0">
                <a:latin typeface="+mj-ea"/>
                <a:ea typeface="+mj-ea"/>
              </a:rPr>
              <a:t>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2001:250:1:0::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en-US" altLang="zh-CN" sz="1200" b="1" dirty="0">
                <a:latin typeface="+mj-ea"/>
                <a:ea typeface="+mj-ea"/>
              </a:rPr>
              <a:t>/64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23" name="文本框 9">
            <a:extLst>
              <a:ext uri="{FF2B5EF4-FFF2-40B4-BE49-F238E27FC236}">
                <a16:creationId xmlns:a16="http://schemas.microsoft.com/office/drawing/2014/main" id="{26382086-946C-ABE3-9555-03BFDB715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2895600"/>
            <a:ext cx="1890712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en-US" altLang="zh-CN" sz="1200" b="1" dirty="0">
                <a:latin typeface="+mj-ea"/>
                <a:ea typeface="+mj-ea"/>
              </a:rPr>
              <a:t>.1/24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en-US" altLang="zh-CN" sz="1200" b="1" dirty="0">
                <a:latin typeface="+mj-ea"/>
                <a:ea typeface="+mj-ea"/>
              </a:rPr>
              <a:t>::1/64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24" name="Line 114">
            <a:extLst>
              <a:ext uri="{FF2B5EF4-FFF2-40B4-BE49-F238E27FC236}">
                <a16:creationId xmlns:a16="http://schemas.microsoft.com/office/drawing/2014/main" id="{27A1164F-68E8-356B-85A8-815272E3A4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3713" y="2176463"/>
            <a:ext cx="420687" cy="7334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1">
              <a:latin typeface="+mj-ea"/>
              <a:ea typeface="+mj-ea"/>
            </a:endParaRPr>
          </a:p>
        </p:txBody>
      </p:sp>
      <p:sp>
        <p:nvSpPr>
          <p:cNvPr id="25" name="Line 114">
            <a:extLst>
              <a:ext uri="{FF2B5EF4-FFF2-40B4-BE49-F238E27FC236}">
                <a16:creationId xmlns:a16="http://schemas.microsoft.com/office/drawing/2014/main" id="{CE3BBA8B-D4BD-B0D2-87CA-871E547C2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5313" y="2166938"/>
            <a:ext cx="495300" cy="742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1">
              <a:latin typeface="+mj-ea"/>
              <a:ea typeface="+mj-ea"/>
            </a:endParaRPr>
          </a:p>
        </p:txBody>
      </p:sp>
      <p:sp>
        <p:nvSpPr>
          <p:cNvPr id="26" name="Line 114">
            <a:extLst>
              <a:ext uri="{FF2B5EF4-FFF2-40B4-BE49-F238E27FC236}">
                <a16:creationId xmlns:a16="http://schemas.microsoft.com/office/drawing/2014/main" id="{E2277489-BB6B-6070-2EB5-23818D1939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43575" y="2176463"/>
            <a:ext cx="450850" cy="698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1">
              <a:latin typeface="+mj-ea"/>
              <a:ea typeface="+mj-ea"/>
            </a:endParaRPr>
          </a:p>
        </p:txBody>
      </p:sp>
      <p:sp>
        <p:nvSpPr>
          <p:cNvPr id="27" name="Line 114">
            <a:extLst>
              <a:ext uri="{FF2B5EF4-FFF2-40B4-BE49-F238E27FC236}">
                <a16:creationId xmlns:a16="http://schemas.microsoft.com/office/drawing/2014/main" id="{73104915-DFEF-EF47-4D9C-2C44CA09C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5175" y="2132013"/>
            <a:ext cx="495300" cy="742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1">
              <a:latin typeface="+mj-ea"/>
              <a:ea typeface="+mj-ea"/>
            </a:endParaRPr>
          </a:p>
        </p:txBody>
      </p:sp>
      <p:sp>
        <p:nvSpPr>
          <p:cNvPr id="28" name="文本框 9">
            <a:extLst>
              <a:ext uri="{FF2B5EF4-FFF2-40B4-BE49-F238E27FC236}">
                <a16:creationId xmlns:a16="http://schemas.microsoft.com/office/drawing/2014/main" id="{E049EB0A-611B-E91B-9C92-0A6727D8D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3933825"/>
            <a:ext cx="1763713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200" b="1" dirty="0">
                <a:latin typeface="+mj-ea"/>
                <a:ea typeface="+mj-ea"/>
              </a:rPr>
              <a:t>客户机</a:t>
            </a:r>
            <a:endParaRPr kumimoji="1" lang="en-US" altLang="zh-CN" sz="1200" b="1" dirty="0">
              <a:latin typeface="+mj-ea"/>
              <a:ea typeface="+mj-ea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.2/24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::2/64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29" name="文本框 9">
            <a:extLst>
              <a:ext uri="{FF2B5EF4-FFF2-40B4-BE49-F238E27FC236}">
                <a16:creationId xmlns:a16="http://schemas.microsoft.com/office/drawing/2014/main" id="{5861C2B6-27B0-E6A6-DEAD-886A8C85D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8" y="3933825"/>
            <a:ext cx="1762125" cy="647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zh-CN" altLang="en-US" sz="1200" b="1" dirty="0">
                <a:latin typeface="+mj-ea"/>
                <a:ea typeface="+mj-ea"/>
              </a:rPr>
              <a:t>服务器</a:t>
            </a:r>
            <a:endParaRPr kumimoji="1" lang="en-US" altLang="zh-CN" sz="1200" b="1" dirty="0">
              <a:latin typeface="+mj-ea"/>
              <a:ea typeface="+mj-ea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en-US" altLang="zh-CN" sz="1200" b="1" dirty="0">
                <a:latin typeface="+mj-ea"/>
                <a:ea typeface="+mj-ea"/>
              </a:rPr>
              <a:t>.2/24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en-US" altLang="zh-CN" sz="1200" b="1" dirty="0">
                <a:latin typeface="+mj-ea"/>
                <a:ea typeface="+mj-ea"/>
              </a:rPr>
              <a:t>::2/64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4F4A9991-D9C9-91DD-3A0F-E87B73B15229}"/>
              </a:ext>
            </a:extLst>
          </p:cNvPr>
          <p:cNvSpPr>
            <a:spLocks/>
          </p:cNvSpPr>
          <p:nvPr/>
        </p:nvSpPr>
        <p:spPr bwMode="auto">
          <a:xfrm rot="16200000">
            <a:off x="1320800" y="3930651"/>
            <a:ext cx="187325" cy="1631950"/>
          </a:xfrm>
          <a:prstGeom prst="leftBrace">
            <a:avLst>
              <a:gd name="adj1" fmla="val 17751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31" name="文本框 9">
            <a:extLst>
              <a:ext uri="{FF2B5EF4-FFF2-40B4-BE49-F238E27FC236}">
                <a16:creationId xmlns:a16="http://schemas.microsoft.com/office/drawing/2014/main" id="{15E309F2-E979-9A16-B3C2-5311495F7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799013"/>
            <a:ext cx="1762125" cy="830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LAN1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.0/24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en-US" altLang="zh-CN" sz="1200" b="1" dirty="0">
                <a:latin typeface="+mj-ea"/>
                <a:ea typeface="+mj-ea"/>
              </a:rPr>
              <a:t>::/64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(</a:t>
            </a:r>
            <a:r>
              <a:rPr kumimoji="1" lang="zh-CN" altLang="en-US" sz="1200" b="1" dirty="0">
                <a:latin typeface="+mj-ea"/>
                <a:ea typeface="+mj-ea"/>
              </a:rPr>
              <a:t>第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zh-CN" altLang="en-US" sz="1200" b="1" dirty="0">
                <a:latin typeface="+mj-ea"/>
                <a:ea typeface="+mj-ea"/>
              </a:rPr>
              <a:t>组网络</a:t>
            </a:r>
            <a:r>
              <a:rPr kumimoji="1" lang="en-US" altLang="zh-CN" sz="1200" b="1" dirty="0">
                <a:latin typeface="+mj-ea"/>
                <a:ea typeface="+mj-ea"/>
              </a:rPr>
              <a:t>)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B8DEF345-E419-1190-A075-A7BEDABF640C}"/>
              </a:ext>
            </a:extLst>
          </p:cNvPr>
          <p:cNvSpPr>
            <a:spLocks/>
          </p:cNvSpPr>
          <p:nvPr/>
        </p:nvSpPr>
        <p:spPr bwMode="auto">
          <a:xfrm rot="16200000">
            <a:off x="7829550" y="3865563"/>
            <a:ext cx="187325" cy="1762125"/>
          </a:xfrm>
          <a:prstGeom prst="leftBrace">
            <a:avLst>
              <a:gd name="adj1" fmla="val 17751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33" name="文本框 9">
            <a:extLst>
              <a:ext uri="{FF2B5EF4-FFF2-40B4-BE49-F238E27FC236}">
                <a16:creationId xmlns:a16="http://schemas.microsoft.com/office/drawing/2014/main" id="{09B6B454-CF3B-8AE1-82E9-5DD381D7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4799013"/>
            <a:ext cx="1762125" cy="830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LAN2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en-US" altLang="zh-CN" sz="1200" b="1" dirty="0">
                <a:latin typeface="+mj-ea"/>
                <a:ea typeface="+mj-ea"/>
              </a:rPr>
              <a:t>.0/24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en-US" altLang="zh-CN" sz="1200" b="1" dirty="0">
                <a:latin typeface="+mj-ea"/>
                <a:ea typeface="+mj-ea"/>
              </a:rPr>
              <a:t>::/64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(</a:t>
            </a:r>
            <a:r>
              <a:rPr kumimoji="1" lang="zh-CN" altLang="en-US" sz="1200" b="1" dirty="0">
                <a:latin typeface="+mj-ea"/>
                <a:ea typeface="+mj-ea"/>
              </a:rPr>
              <a:t>第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zh-CN" altLang="en-US" sz="1200" b="1" dirty="0">
                <a:latin typeface="+mj-ea"/>
                <a:ea typeface="+mj-ea"/>
              </a:rPr>
              <a:t>组网络</a:t>
            </a:r>
            <a:r>
              <a:rPr kumimoji="1" lang="en-US" altLang="zh-CN" sz="1200" b="1" dirty="0">
                <a:latin typeface="+mj-ea"/>
                <a:ea typeface="+mj-ea"/>
              </a:rPr>
              <a:t>)</a:t>
            </a:r>
            <a:endParaRPr kumimoji="1" lang="zh-CN" altLang="en-US" sz="1200" b="1" dirty="0">
              <a:latin typeface="+mj-ea"/>
              <a:ea typeface="+mj-ea"/>
            </a:endParaRPr>
          </a:p>
        </p:txBody>
      </p:sp>
      <p:sp>
        <p:nvSpPr>
          <p:cNvPr id="34" name="AutoShape 4">
            <a:extLst>
              <a:ext uri="{FF2B5EF4-FFF2-40B4-BE49-F238E27FC236}">
                <a16:creationId xmlns:a16="http://schemas.microsoft.com/office/drawing/2014/main" id="{643904A1-8D6A-0B7D-5921-47AD45C920F7}"/>
              </a:ext>
            </a:extLst>
          </p:cNvPr>
          <p:cNvSpPr>
            <a:spLocks/>
          </p:cNvSpPr>
          <p:nvPr/>
        </p:nvSpPr>
        <p:spPr bwMode="auto">
          <a:xfrm rot="16200000">
            <a:off x="4550569" y="3090069"/>
            <a:ext cx="187325" cy="3313113"/>
          </a:xfrm>
          <a:prstGeom prst="leftBrace">
            <a:avLst>
              <a:gd name="adj1" fmla="val 17751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35" name="文本框 9">
            <a:extLst>
              <a:ext uri="{FF2B5EF4-FFF2-40B4-BE49-F238E27FC236}">
                <a16:creationId xmlns:a16="http://schemas.microsoft.com/office/drawing/2014/main" id="{07871F72-509A-3528-AD9B-89E5D3106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4799013"/>
            <a:ext cx="1762125" cy="830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LAN0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192.168.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0</a:t>
            </a:r>
            <a:r>
              <a:rPr kumimoji="1" lang="en-US" altLang="zh-CN" sz="1200" b="1" dirty="0">
                <a:latin typeface="+mj-ea"/>
                <a:ea typeface="+mj-ea"/>
              </a:rPr>
              <a:t>.0/24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1" lang="en-US" altLang="zh-CN" sz="1200" b="1" dirty="0">
                <a:latin typeface="+mj-ea"/>
                <a:ea typeface="+mj-ea"/>
              </a:rPr>
              <a:t>2001:250:1:</a:t>
            </a:r>
            <a:r>
              <a:rPr kumimoji="1" lang="en-US" altLang="zh-CN" sz="1200" b="1" dirty="0">
                <a:solidFill>
                  <a:srgbClr val="FF0000"/>
                </a:solidFill>
                <a:latin typeface="+mj-ea"/>
                <a:ea typeface="+mj-ea"/>
              </a:rPr>
              <a:t>0</a:t>
            </a:r>
            <a:r>
              <a:rPr kumimoji="1" lang="en-US" altLang="zh-CN" sz="1200" b="1" dirty="0">
                <a:latin typeface="+mj-ea"/>
                <a:ea typeface="+mj-ea"/>
              </a:rPr>
              <a:t>::/64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kumimoji="1" lang="en-US" altLang="zh-CN" sz="1200" b="1" dirty="0">
              <a:latin typeface="+mj-ea"/>
              <a:ea typeface="+mj-ea"/>
            </a:endParaRPr>
          </a:p>
        </p:txBody>
      </p:sp>
      <p:sp>
        <p:nvSpPr>
          <p:cNvPr id="24608" name="文本框 36">
            <a:extLst>
              <a:ext uri="{FF2B5EF4-FFF2-40B4-BE49-F238E27FC236}">
                <a16:creationId xmlns:a16="http://schemas.microsoft.com/office/drawing/2014/main" id="{B9AF76EE-52BB-6FCB-4338-0D0F73160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959475"/>
            <a:ext cx="457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zh-CN" altLang="en-US" sz="1800"/>
              <a:t>实验三 网络拓扑图</a:t>
            </a:r>
            <a:endParaRPr lang="zh-CN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DEF86-FD20-FA5B-5183-83B38DB9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560" y="114200"/>
            <a:ext cx="7793037" cy="9366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latin typeface="+mj-ea"/>
              </a:rPr>
              <a:t>附</a:t>
            </a:r>
            <a:r>
              <a:rPr lang="en-US" altLang="zh-CN" b="1" dirty="0">
                <a:latin typeface="+mj-ea"/>
              </a:rPr>
              <a:t>1: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522</a:t>
            </a:r>
            <a:r>
              <a:rPr kumimoji="1" lang="zh-CN" altLang="en-US" b="1" dirty="0">
                <a:latin typeface="+mj-ea"/>
              </a:rPr>
              <a:t>教室网线说明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25602" name="文本框 5">
            <a:extLst>
              <a:ext uri="{FF2B5EF4-FFF2-40B4-BE49-F238E27FC236}">
                <a16:creationId xmlns:a16="http://schemas.microsoft.com/office/drawing/2014/main" id="{054847AA-2BC6-903A-51C7-231F74E23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2633310"/>
            <a:ext cx="358775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03" name="文本框 6">
            <a:extLst>
              <a:ext uri="{FF2B5EF4-FFF2-40B4-BE49-F238E27FC236}">
                <a16:creationId xmlns:a16="http://schemas.microsoft.com/office/drawing/2014/main" id="{50ABCBB5-002D-F0AC-ADA8-249C8329B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642835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04" name="文本框 7">
            <a:extLst>
              <a:ext uri="{FF2B5EF4-FFF2-40B4-BE49-F238E27FC236}">
                <a16:creationId xmlns:a16="http://schemas.microsoft.com/office/drawing/2014/main" id="{7B6BD291-AB53-8D5D-381B-E528F48B6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2633310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4</a:t>
            </a:r>
            <a:endParaRPr lang="zh-CN" altLang="en-US" sz="1700"/>
          </a:p>
        </p:txBody>
      </p:sp>
      <p:sp>
        <p:nvSpPr>
          <p:cNvPr id="25605" name="文本框 8">
            <a:extLst>
              <a:ext uri="{FF2B5EF4-FFF2-40B4-BE49-F238E27FC236}">
                <a16:creationId xmlns:a16="http://schemas.microsoft.com/office/drawing/2014/main" id="{FBA455D5-710F-3FEE-012C-38F671886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350" y="2633310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3</a:t>
            </a:r>
            <a:endParaRPr lang="zh-CN" altLang="en-US" sz="1700"/>
          </a:p>
        </p:txBody>
      </p:sp>
      <p:sp>
        <p:nvSpPr>
          <p:cNvPr id="25606" name="文本框 9">
            <a:extLst>
              <a:ext uri="{FF2B5EF4-FFF2-40B4-BE49-F238E27FC236}">
                <a16:creationId xmlns:a16="http://schemas.microsoft.com/office/drawing/2014/main" id="{DC9391AF-75BB-4573-97FD-E966BDEA2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443" y="3196673"/>
            <a:ext cx="358775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 dirty="0"/>
              <a:t>6</a:t>
            </a:r>
            <a:endParaRPr lang="zh-CN" altLang="en-US" sz="1700" dirty="0"/>
          </a:p>
        </p:txBody>
      </p:sp>
      <p:sp>
        <p:nvSpPr>
          <p:cNvPr id="25607" name="文本框 10">
            <a:extLst>
              <a:ext uri="{FF2B5EF4-FFF2-40B4-BE49-F238E27FC236}">
                <a16:creationId xmlns:a16="http://schemas.microsoft.com/office/drawing/2014/main" id="{9342A84E-8A1E-0337-4A78-DD06207F4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8443" y="3207786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08" name="文本框 11">
            <a:extLst>
              <a:ext uri="{FF2B5EF4-FFF2-40B4-BE49-F238E27FC236}">
                <a16:creationId xmlns:a16="http://schemas.microsoft.com/office/drawing/2014/main" id="{8AED6CBB-E77A-B199-D827-3690DED4E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068" y="3196673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4</a:t>
            </a:r>
            <a:endParaRPr lang="zh-CN" altLang="en-US" sz="1700"/>
          </a:p>
        </p:txBody>
      </p:sp>
      <p:sp>
        <p:nvSpPr>
          <p:cNvPr id="25609" name="文本框 12">
            <a:extLst>
              <a:ext uri="{FF2B5EF4-FFF2-40B4-BE49-F238E27FC236}">
                <a16:creationId xmlns:a16="http://schemas.microsoft.com/office/drawing/2014/main" id="{DE350E94-6F8D-DE19-CE5D-80BDE6AF9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8668" y="3196673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3</a:t>
            </a:r>
            <a:endParaRPr lang="zh-CN" altLang="en-US" sz="1700"/>
          </a:p>
        </p:txBody>
      </p:sp>
      <p:sp>
        <p:nvSpPr>
          <p:cNvPr id="25610" name="文本框 13">
            <a:extLst>
              <a:ext uri="{FF2B5EF4-FFF2-40B4-BE49-F238E27FC236}">
                <a16:creationId xmlns:a16="http://schemas.microsoft.com/office/drawing/2014/main" id="{8328D236-5165-98E6-DCF2-A6B64FEFF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4935979"/>
            <a:ext cx="358775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11" name="文本框 14">
            <a:extLst>
              <a:ext uri="{FF2B5EF4-FFF2-40B4-BE49-F238E27FC236}">
                <a16:creationId xmlns:a16="http://schemas.microsoft.com/office/drawing/2014/main" id="{1FA6AF8A-4011-2002-612C-B440128D4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4947091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12" name="文本框 15">
            <a:extLst>
              <a:ext uri="{FF2B5EF4-FFF2-40B4-BE49-F238E27FC236}">
                <a16:creationId xmlns:a16="http://schemas.microsoft.com/office/drawing/2014/main" id="{962791B4-43B9-208B-8060-63BD988D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4935979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4</a:t>
            </a:r>
            <a:endParaRPr lang="zh-CN" altLang="en-US" sz="1700"/>
          </a:p>
        </p:txBody>
      </p:sp>
      <p:sp>
        <p:nvSpPr>
          <p:cNvPr id="25613" name="文本框 16">
            <a:extLst>
              <a:ext uri="{FF2B5EF4-FFF2-40B4-BE49-F238E27FC236}">
                <a16:creationId xmlns:a16="http://schemas.microsoft.com/office/drawing/2014/main" id="{A4A45431-636D-C84C-28B6-C3C5F9A4E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350" y="4935979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3</a:t>
            </a:r>
            <a:endParaRPr lang="zh-CN" altLang="en-US" sz="1700"/>
          </a:p>
        </p:txBody>
      </p:sp>
      <p:sp>
        <p:nvSpPr>
          <p:cNvPr id="25614" name="文本框 17">
            <a:extLst>
              <a:ext uri="{FF2B5EF4-FFF2-40B4-BE49-F238E27FC236}">
                <a16:creationId xmlns:a16="http://schemas.microsoft.com/office/drawing/2014/main" id="{F8962710-DF42-3214-5875-E9C126B9A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5495955"/>
            <a:ext cx="358775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15" name="文本框 18">
            <a:extLst>
              <a:ext uri="{FF2B5EF4-FFF2-40B4-BE49-F238E27FC236}">
                <a16:creationId xmlns:a16="http://schemas.microsoft.com/office/drawing/2014/main" id="{36DC8B4A-4098-47E6-EC88-0A9E19E29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5507068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16" name="文本框 19">
            <a:extLst>
              <a:ext uri="{FF2B5EF4-FFF2-40B4-BE49-F238E27FC236}">
                <a16:creationId xmlns:a16="http://schemas.microsoft.com/office/drawing/2014/main" id="{4DBA7219-85E2-69DC-9DDB-76B6C17E9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5495955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4</a:t>
            </a:r>
            <a:endParaRPr lang="zh-CN" altLang="en-US" sz="1700"/>
          </a:p>
        </p:txBody>
      </p:sp>
      <p:sp>
        <p:nvSpPr>
          <p:cNvPr id="25617" name="文本框 20">
            <a:extLst>
              <a:ext uri="{FF2B5EF4-FFF2-40B4-BE49-F238E27FC236}">
                <a16:creationId xmlns:a16="http://schemas.microsoft.com/office/drawing/2014/main" id="{1F36DC91-6EB3-527B-7EA7-7A1E765AC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350" y="5495955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3</a:t>
            </a:r>
            <a:endParaRPr lang="zh-CN" altLang="en-US" sz="1700"/>
          </a:p>
        </p:txBody>
      </p:sp>
      <p:sp>
        <p:nvSpPr>
          <p:cNvPr id="25618" name="文本框 21">
            <a:extLst>
              <a:ext uri="{FF2B5EF4-FFF2-40B4-BE49-F238E27FC236}">
                <a16:creationId xmlns:a16="http://schemas.microsoft.com/office/drawing/2014/main" id="{3FCBCC92-4269-5B3A-ABFE-031501986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2631722"/>
            <a:ext cx="360362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8</a:t>
            </a:r>
            <a:endParaRPr lang="zh-CN" altLang="en-US" sz="1700"/>
          </a:p>
        </p:txBody>
      </p:sp>
      <p:sp>
        <p:nvSpPr>
          <p:cNvPr id="25619" name="文本框 22">
            <a:extLst>
              <a:ext uri="{FF2B5EF4-FFF2-40B4-BE49-F238E27FC236}">
                <a16:creationId xmlns:a16="http://schemas.microsoft.com/office/drawing/2014/main" id="{6071A401-CD2D-34A0-21CA-4929153D6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642835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7</a:t>
            </a:r>
            <a:endParaRPr lang="zh-CN" altLang="en-US" sz="1700"/>
          </a:p>
        </p:txBody>
      </p:sp>
      <p:sp>
        <p:nvSpPr>
          <p:cNvPr id="25620" name="文本框 23">
            <a:extLst>
              <a:ext uri="{FF2B5EF4-FFF2-40B4-BE49-F238E27FC236}">
                <a16:creationId xmlns:a16="http://schemas.microsoft.com/office/drawing/2014/main" id="{642994C2-D638-8F39-F17D-147DF9934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2631722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21" name="文本框 24">
            <a:extLst>
              <a:ext uri="{FF2B5EF4-FFF2-40B4-BE49-F238E27FC236}">
                <a16:creationId xmlns:a16="http://schemas.microsoft.com/office/drawing/2014/main" id="{01EB3666-407E-BC83-0D4B-4C3E48F9B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2631722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22" name="文本框 25">
            <a:extLst>
              <a:ext uri="{FF2B5EF4-FFF2-40B4-BE49-F238E27FC236}">
                <a16:creationId xmlns:a16="http://schemas.microsoft.com/office/drawing/2014/main" id="{2AB70619-4B9D-2A66-2990-28FE3701A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3207786"/>
            <a:ext cx="360362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8</a:t>
            </a:r>
            <a:endParaRPr lang="zh-CN" altLang="en-US" sz="1700"/>
          </a:p>
        </p:txBody>
      </p:sp>
      <p:sp>
        <p:nvSpPr>
          <p:cNvPr id="25623" name="文本框 26">
            <a:extLst>
              <a:ext uri="{FF2B5EF4-FFF2-40B4-BE49-F238E27FC236}">
                <a16:creationId xmlns:a16="http://schemas.microsoft.com/office/drawing/2014/main" id="{D957A332-38D5-F3CA-0F90-48DA20627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218899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7</a:t>
            </a:r>
            <a:endParaRPr lang="zh-CN" altLang="en-US" sz="1700"/>
          </a:p>
        </p:txBody>
      </p:sp>
      <p:sp>
        <p:nvSpPr>
          <p:cNvPr id="25624" name="文本框 27">
            <a:extLst>
              <a:ext uri="{FF2B5EF4-FFF2-40B4-BE49-F238E27FC236}">
                <a16:creationId xmlns:a16="http://schemas.microsoft.com/office/drawing/2014/main" id="{197558B0-B46E-7B14-CD26-DB4C1A03C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3207786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25" name="文本框 28">
            <a:extLst>
              <a:ext uri="{FF2B5EF4-FFF2-40B4-BE49-F238E27FC236}">
                <a16:creationId xmlns:a16="http://schemas.microsoft.com/office/drawing/2014/main" id="{90B84101-B0E1-1B0B-7FC7-5EB460978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3207786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26" name="文本框 29">
            <a:extLst>
              <a:ext uri="{FF2B5EF4-FFF2-40B4-BE49-F238E27FC236}">
                <a16:creationId xmlns:a16="http://schemas.microsoft.com/office/drawing/2014/main" id="{B226212D-4425-E797-3423-8E6EAAAE1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3783850"/>
            <a:ext cx="360362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8</a:t>
            </a:r>
            <a:endParaRPr lang="zh-CN" altLang="en-US" sz="1700"/>
          </a:p>
        </p:txBody>
      </p:sp>
      <p:sp>
        <p:nvSpPr>
          <p:cNvPr id="25627" name="文本框 30">
            <a:extLst>
              <a:ext uri="{FF2B5EF4-FFF2-40B4-BE49-F238E27FC236}">
                <a16:creationId xmlns:a16="http://schemas.microsoft.com/office/drawing/2014/main" id="{49A8A374-4DD4-8BED-ADC5-AED35396B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94963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7</a:t>
            </a:r>
            <a:endParaRPr lang="zh-CN" altLang="en-US" sz="1700"/>
          </a:p>
        </p:txBody>
      </p:sp>
      <p:sp>
        <p:nvSpPr>
          <p:cNvPr id="25628" name="文本框 31">
            <a:extLst>
              <a:ext uri="{FF2B5EF4-FFF2-40B4-BE49-F238E27FC236}">
                <a16:creationId xmlns:a16="http://schemas.microsoft.com/office/drawing/2014/main" id="{243CA510-F06B-F8B4-5E42-014420441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3783850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29" name="文本框 32">
            <a:extLst>
              <a:ext uri="{FF2B5EF4-FFF2-40B4-BE49-F238E27FC236}">
                <a16:creationId xmlns:a16="http://schemas.microsoft.com/office/drawing/2014/main" id="{AA003BE0-29B4-F1E4-4758-4EBFE935F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3783850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30" name="文本框 33">
            <a:extLst>
              <a:ext uri="{FF2B5EF4-FFF2-40B4-BE49-F238E27FC236}">
                <a16:creationId xmlns:a16="http://schemas.microsoft.com/office/drawing/2014/main" id="{FA3D82D3-70B1-4B10-8592-C2963BDE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4359915"/>
            <a:ext cx="360362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8</a:t>
            </a:r>
            <a:endParaRPr lang="zh-CN" altLang="en-US" sz="1700"/>
          </a:p>
        </p:txBody>
      </p:sp>
      <p:sp>
        <p:nvSpPr>
          <p:cNvPr id="25631" name="文本框 34">
            <a:extLst>
              <a:ext uri="{FF2B5EF4-FFF2-40B4-BE49-F238E27FC236}">
                <a16:creationId xmlns:a16="http://schemas.microsoft.com/office/drawing/2014/main" id="{253E2C63-1C9F-C410-F429-A9A07AB07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371027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7</a:t>
            </a:r>
            <a:endParaRPr lang="zh-CN" altLang="en-US" sz="1700"/>
          </a:p>
        </p:txBody>
      </p:sp>
      <p:sp>
        <p:nvSpPr>
          <p:cNvPr id="25632" name="文本框 35">
            <a:extLst>
              <a:ext uri="{FF2B5EF4-FFF2-40B4-BE49-F238E27FC236}">
                <a16:creationId xmlns:a16="http://schemas.microsoft.com/office/drawing/2014/main" id="{557092DC-0281-915D-7E63-1D5C1F749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4359915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33" name="文本框 36">
            <a:extLst>
              <a:ext uri="{FF2B5EF4-FFF2-40B4-BE49-F238E27FC236}">
                <a16:creationId xmlns:a16="http://schemas.microsoft.com/office/drawing/2014/main" id="{25A00984-206A-BBC2-A1B5-6CC6519B3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359915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34" name="文本框 37">
            <a:extLst>
              <a:ext uri="{FF2B5EF4-FFF2-40B4-BE49-F238E27FC236}">
                <a16:creationId xmlns:a16="http://schemas.microsoft.com/office/drawing/2014/main" id="{16D995C2-9A26-B40E-0974-B4D23729A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4935979"/>
            <a:ext cx="360362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8</a:t>
            </a:r>
            <a:endParaRPr lang="zh-CN" altLang="en-US" sz="1700"/>
          </a:p>
        </p:txBody>
      </p:sp>
      <p:sp>
        <p:nvSpPr>
          <p:cNvPr id="25635" name="文本框 38">
            <a:extLst>
              <a:ext uri="{FF2B5EF4-FFF2-40B4-BE49-F238E27FC236}">
                <a16:creationId xmlns:a16="http://schemas.microsoft.com/office/drawing/2014/main" id="{40C422FA-9071-FA94-B83B-78E8532B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947091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7</a:t>
            </a:r>
            <a:endParaRPr lang="zh-CN" altLang="en-US" sz="1700"/>
          </a:p>
        </p:txBody>
      </p:sp>
      <p:sp>
        <p:nvSpPr>
          <p:cNvPr id="25636" name="文本框 39">
            <a:extLst>
              <a:ext uri="{FF2B5EF4-FFF2-40B4-BE49-F238E27FC236}">
                <a16:creationId xmlns:a16="http://schemas.microsoft.com/office/drawing/2014/main" id="{F22772A2-1F84-B96D-8705-97F602A09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4935979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37" name="文本框 40">
            <a:extLst>
              <a:ext uri="{FF2B5EF4-FFF2-40B4-BE49-F238E27FC236}">
                <a16:creationId xmlns:a16="http://schemas.microsoft.com/office/drawing/2014/main" id="{E398C1F0-79B3-B29B-930B-46E7D1893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935979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25638" name="文本框 41">
            <a:extLst>
              <a:ext uri="{FF2B5EF4-FFF2-40B4-BE49-F238E27FC236}">
                <a16:creationId xmlns:a16="http://schemas.microsoft.com/office/drawing/2014/main" id="{DD4E090F-19BA-B42E-F2C3-6E578F8E9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5499819"/>
            <a:ext cx="360362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8</a:t>
            </a:r>
            <a:endParaRPr lang="zh-CN" altLang="en-US" sz="1700"/>
          </a:p>
        </p:txBody>
      </p:sp>
      <p:sp>
        <p:nvSpPr>
          <p:cNvPr id="25639" name="文本框 42">
            <a:extLst>
              <a:ext uri="{FF2B5EF4-FFF2-40B4-BE49-F238E27FC236}">
                <a16:creationId xmlns:a16="http://schemas.microsoft.com/office/drawing/2014/main" id="{B4EA110D-F7BC-601E-260B-2A11F6063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510932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7</a:t>
            </a:r>
            <a:endParaRPr lang="zh-CN" altLang="en-US" sz="1700"/>
          </a:p>
        </p:txBody>
      </p:sp>
      <p:sp>
        <p:nvSpPr>
          <p:cNvPr id="25640" name="文本框 43">
            <a:extLst>
              <a:ext uri="{FF2B5EF4-FFF2-40B4-BE49-F238E27FC236}">
                <a16:creationId xmlns:a16="http://schemas.microsoft.com/office/drawing/2014/main" id="{842D0B57-DF79-3778-4015-8A6D82962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5499819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6</a:t>
            </a:r>
            <a:endParaRPr lang="zh-CN" altLang="en-US" sz="1700"/>
          </a:p>
        </p:txBody>
      </p:sp>
      <p:sp>
        <p:nvSpPr>
          <p:cNvPr id="25641" name="文本框 44">
            <a:extLst>
              <a:ext uri="{FF2B5EF4-FFF2-40B4-BE49-F238E27FC236}">
                <a16:creationId xmlns:a16="http://schemas.microsoft.com/office/drawing/2014/main" id="{27ED0870-79E3-F00C-6E76-513226A61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5499819"/>
            <a:ext cx="360363" cy="3539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700"/>
              <a:t>5</a:t>
            </a:r>
            <a:endParaRPr lang="zh-CN" altLang="en-US" sz="17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80851A7-AB89-8108-3DC0-9E6874BE2299}"/>
              </a:ext>
            </a:extLst>
          </p:cNvPr>
          <p:cNvSpPr txBox="1"/>
          <p:nvPr/>
        </p:nvSpPr>
        <p:spPr>
          <a:xfrm>
            <a:off x="1058863" y="2102942"/>
            <a:ext cx="19716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b="1" dirty="0">
                <a:latin typeface="+mj-ea"/>
                <a:ea typeface="+mj-ea"/>
              </a:rPr>
              <a:t>PC</a:t>
            </a:r>
            <a:r>
              <a:rPr lang="zh-CN" altLang="en-US" b="1" dirty="0">
                <a:latin typeface="+mj-ea"/>
                <a:ea typeface="+mj-ea"/>
              </a:rPr>
              <a:t>号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266267D-3FD2-9576-A54A-458BBDC0DA8B}"/>
              </a:ext>
            </a:extLst>
          </p:cNvPr>
          <p:cNvSpPr txBox="1"/>
          <p:nvPr/>
        </p:nvSpPr>
        <p:spPr>
          <a:xfrm>
            <a:off x="65088" y="6069732"/>
            <a:ext cx="1050925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FE0DC08-6A00-856F-1547-7D5F12C4E95F}"/>
              </a:ext>
            </a:extLst>
          </p:cNvPr>
          <p:cNvSpPr txBox="1"/>
          <p:nvPr/>
        </p:nvSpPr>
        <p:spPr>
          <a:xfrm>
            <a:off x="827088" y="6063382"/>
            <a:ext cx="11636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  <a:p>
            <a:pPr algn="r">
              <a:defRPr/>
            </a:pPr>
            <a:r>
              <a:rPr lang="en-US" altLang="zh-CN" sz="1200" b="1" dirty="0">
                <a:latin typeface="+mj-ea"/>
                <a:ea typeface="+mj-ea"/>
              </a:rPr>
              <a:t>R-console</a:t>
            </a:r>
            <a:r>
              <a:rPr lang="zh-CN" altLang="en-US" sz="1200" b="1" dirty="0">
                <a:latin typeface="+mj-ea"/>
                <a:ea typeface="+mj-ea"/>
              </a:rPr>
              <a:t>线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59DD4C8-4DD9-37B2-A516-19E7B0F26890}"/>
              </a:ext>
            </a:extLst>
          </p:cNvPr>
          <p:cNvSpPr txBox="1"/>
          <p:nvPr/>
        </p:nvSpPr>
        <p:spPr>
          <a:xfrm>
            <a:off x="2817813" y="6063382"/>
            <a:ext cx="11176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  <a:p>
            <a:pPr algn="r">
              <a:defRPr/>
            </a:pPr>
            <a:r>
              <a:rPr lang="en-US" altLang="zh-CN" sz="1200" b="1" dirty="0">
                <a:latin typeface="+mj-ea"/>
                <a:ea typeface="+mj-ea"/>
              </a:rPr>
              <a:t>R-console</a:t>
            </a:r>
            <a:r>
              <a:rPr lang="zh-CN" altLang="en-US" sz="1200" b="1" dirty="0">
                <a:latin typeface="+mj-ea"/>
                <a:ea typeface="+mj-ea"/>
              </a:rPr>
              <a:t>线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0474B29-84E4-3A80-708D-A474929BBA44}"/>
              </a:ext>
            </a:extLst>
          </p:cNvPr>
          <p:cNvSpPr txBox="1"/>
          <p:nvPr/>
        </p:nvSpPr>
        <p:spPr>
          <a:xfrm>
            <a:off x="1892300" y="6063382"/>
            <a:ext cx="1095375" cy="461962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00" b="1"/>
            </a:lvl1pPr>
          </a:lstStyle>
          <a:p>
            <a:pPr>
              <a:defRPr/>
            </a:pPr>
            <a:r>
              <a:rPr lang="zh-CN" altLang="en-US" dirty="0">
                <a:latin typeface="+mj-ea"/>
                <a:ea typeface="+mj-ea"/>
              </a:rPr>
              <a:t>普通网线</a:t>
            </a:r>
          </a:p>
          <a:p>
            <a:pPr>
              <a:defRPr/>
            </a:pPr>
            <a:r>
              <a:rPr lang="en-US" altLang="zh-CN" dirty="0">
                <a:latin typeface="+mj-ea"/>
                <a:ea typeface="+mj-ea"/>
              </a:rPr>
              <a:t>S-console</a:t>
            </a:r>
            <a:r>
              <a:rPr lang="zh-CN" altLang="en-US" dirty="0">
                <a:latin typeface="+mj-ea"/>
                <a:ea typeface="+mj-ea"/>
              </a:rPr>
              <a:t>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0AA10A2-F757-84AB-B4A4-8A7F0AD13040}"/>
              </a:ext>
            </a:extLst>
          </p:cNvPr>
          <p:cNvSpPr txBox="1"/>
          <p:nvPr/>
        </p:nvSpPr>
        <p:spPr>
          <a:xfrm>
            <a:off x="7864475" y="6042744"/>
            <a:ext cx="1050925" cy="277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A854959-9F85-21C2-FFD8-631F494228ED}"/>
              </a:ext>
            </a:extLst>
          </p:cNvPr>
          <p:cNvSpPr txBox="1"/>
          <p:nvPr/>
        </p:nvSpPr>
        <p:spPr>
          <a:xfrm>
            <a:off x="5003800" y="6022107"/>
            <a:ext cx="1163638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  <a:p>
            <a:pPr algn="r">
              <a:defRPr/>
            </a:pPr>
            <a:r>
              <a:rPr lang="en-US" altLang="zh-CN" sz="1200" b="1" dirty="0">
                <a:latin typeface="+mj-ea"/>
                <a:ea typeface="+mj-ea"/>
              </a:rPr>
              <a:t>R-console</a:t>
            </a:r>
            <a:r>
              <a:rPr lang="zh-CN" altLang="en-US" sz="1200" b="1" dirty="0">
                <a:latin typeface="+mj-ea"/>
                <a:ea typeface="+mj-ea"/>
              </a:rPr>
              <a:t>线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9E846DA-E385-E7E9-8BEC-7F1C24755040}"/>
              </a:ext>
            </a:extLst>
          </p:cNvPr>
          <p:cNvSpPr txBox="1"/>
          <p:nvPr/>
        </p:nvSpPr>
        <p:spPr>
          <a:xfrm>
            <a:off x="7019925" y="6022107"/>
            <a:ext cx="11176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  <a:p>
            <a:pPr algn="r">
              <a:defRPr/>
            </a:pPr>
            <a:r>
              <a:rPr lang="en-US" altLang="zh-CN" sz="1200" b="1" dirty="0">
                <a:latin typeface="+mj-ea"/>
                <a:ea typeface="+mj-ea"/>
              </a:rPr>
              <a:t>R-console</a:t>
            </a:r>
            <a:r>
              <a:rPr lang="zh-CN" altLang="en-US" sz="1200" b="1" dirty="0">
                <a:latin typeface="+mj-ea"/>
                <a:ea typeface="+mj-ea"/>
              </a:rPr>
              <a:t>线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ADA5949-BFF6-8BA6-DD89-8EB7511547DE}"/>
              </a:ext>
            </a:extLst>
          </p:cNvPr>
          <p:cNvSpPr txBox="1"/>
          <p:nvPr/>
        </p:nvSpPr>
        <p:spPr>
          <a:xfrm>
            <a:off x="6035675" y="6022107"/>
            <a:ext cx="1095375" cy="461962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00" b="1"/>
            </a:lvl1pPr>
          </a:lstStyle>
          <a:p>
            <a:pPr>
              <a:defRPr/>
            </a:pPr>
            <a:r>
              <a:rPr lang="zh-CN" altLang="en-US" dirty="0">
                <a:latin typeface="+mj-ea"/>
                <a:ea typeface="+mj-ea"/>
              </a:rPr>
              <a:t>普通网线</a:t>
            </a:r>
          </a:p>
          <a:p>
            <a:pPr>
              <a:defRPr/>
            </a:pPr>
            <a:r>
              <a:rPr lang="en-US" altLang="zh-CN" dirty="0">
                <a:latin typeface="+mj-ea"/>
                <a:ea typeface="+mj-ea"/>
              </a:rPr>
              <a:t>S-console</a:t>
            </a:r>
            <a:r>
              <a:rPr lang="zh-CN" altLang="en-US" dirty="0">
                <a:latin typeface="+mj-ea"/>
                <a:ea typeface="+mj-ea"/>
              </a:rPr>
              <a:t>线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F704124-7CAB-4E94-7DEE-FE8D13CCDADE}"/>
              </a:ext>
            </a:extLst>
          </p:cNvPr>
          <p:cNvGrpSpPr/>
          <p:nvPr/>
        </p:nvGrpSpPr>
        <p:grpSpPr>
          <a:xfrm>
            <a:off x="3603625" y="1086570"/>
            <a:ext cx="3175000" cy="817562"/>
            <a:chOff x="3603625" y="992188"/>
            <a:chExt cx="3175000" cy="817562"/>
          </a:xfrm>
        </p:grpSpPr>
        <p:pic>
          <p:nvPicPr>
            <p:cNvPr id="25651" name="Picture 207" descr="水晶头">
              <a:extLst>
                <a:ext uri="{FF2B5EF4-FFF2-40B4-BE49-F238E27FC236}">
                  <a16:creationId xmlns:a16="http://schemas.microsoft.com/office/drawing/2014/main" id="{D88B80BC-0B58-3CC2-EEB0-740567D2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74" r="12360"/>
            <a:stretch>
              <a:fillRect/>
            </a:stretch>
          </p:blipFill>
          <p:spPr bwMode="auto">
            <a:xfrm rot="1252400">
              <a:off x="3603625" y="992188"/>
              <a:ext cx="1020763" cy="817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直接箭头连接符 50">
              <a:extLst>
                <a:ext uri="{FF2B5EF4-FFF2-40B4-BE49-F238E27FC236}">
                  <a16:creationId xmlns:a16="http://schemas.microsoft.com/office/drawing/2014/main" id="{D8151BB1-7A6E-C524-0D9F-70A1C3A70B57}"/>
                </a:ext>
              </a:extLst>
            </p:cNvPr>
            <p:cNvCxnSpPr/>
            <p:nvPr/>
          </p:nvCxnSpPr>
          <p:spPr bwMode="auto">
            <a:xfrm>
              <a:off x="4500563" y="1384300"/>
              <a:ext cx="2278062" cy="0"/>
            </a:xfrm>
            <a:prstGeom prst="straightConnector1">
              <a:avLst/>
            </a:prstGeom>
            <a:solidFill>
              <a:schemeClr val="accent1"/>
            </a:solidFill>
            <a:ln w="177800" cap="flat" cmpd="sng" algn="ctr">
              <a:solidFill>
                <a:schemeClr val="bg2">
                  <a:lumMod val="25000"/>
                  <a:lumOff val="75000"/>
                </a:schemeClr>
              </a:solidFill>
              <a:prstDash val="solid"/>
              <a:miter lim="800000"/>
              <a:headEnd type="none" w="med" len="med"/>
              <a:tailEnd type="none"/>
            </a:ln>
          </p:spPr>
        </p:cxnSp>
      </p:grpSp>
      <p:sp>
        <p:nvSpPr>
          <p:cNvPr id="25653" name="文本框 48">
            <a:extLst>
              <a:ext uri="{FF2B5EF4-FFF2-40B4-BE49-F238E27FC236}">
                <a16:creationId xmlns:a16="http://schemas.microsoft.com/office/drawing/2014/main" id="{D73A185D-47BE-BFFE-525E-79B26CE2E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1299295"/>
            <a:ext cx="360363" cy="3079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 dirty="0">
                <a:latin typeface="宋体" panose="02010600030101010101" pitchFamily="2" charset="-122"/>
              </a:rPr>
              <a:t>5</a:t>
            </a:r>
            <a:endParaRPr lang="zh-CN" altLang="en-US" sz="1400" b="1" dirty="0">
              <a:latin typeface="宋体" panose="02010600030101010101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F2E662E-B0D6-104C-E28A-EC781FAFC646}"/>
              </a:ext>
            </a:extLst>
          </p:cNvPr>
          <p:cNvSpPr txBox="1"/>
          <p:nvPr/>
        </p:nvSpPr>
        <p:spPr>
          <a:xfrm>
            <a:off x="5219750" y="1299295"/>
            <a:ext cx="360362" cy="307975"/>
          </a:xfrm>
          <a:prstGeom prst="rect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400" b="1" dirty="0">
                <a:latin typeface="+mj-ea"/>
                <a:ea typeface="+mj-ea"/>
              </a:rPr>
              <a:t>0</a:t>
            </a:r>
            <a:endParaRPr lang="zh-CN" altLang="en-US" sz="1400" b="1" dirty="0">
              <a:latin typeface="+mj-ea"/>
              <a:ea typeface="+mj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6093BFB-5B04-6F63-7B3D-5C97B0203197}"/>
              </a:ext>
            </a:extLst>
          </p:cNvPr>
          <p:cNvSpPr txBox="1"/>
          <p:nvPr/>
        </p:nvSpPr>
        <p:spPr>
          <a:xfrm>
            <a:off x="4641850" y="1578695"/>
            <a:ext cx="66992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b="1" dirty="0">
                <a:latin typeface="+mj-ea"/>
                <a:ea typeface="+mj-ea"/>
              </a:rPr>
              <a:t>PC</a:t>
            </a:r>
            <a:r>
              <a:rPr lang="zh-CN" altLang="en-US" sz="1600" b="1" dirty="0">
                <a:latin typeface="+mj-ea"/>
                <a:ea typeface="+mj-ea"/>
              </a:rPr>
              <a:t>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7B7A055-0968-73ED-AF46-CFBE258F4587}"/>
              </a:ext>
            </a:extLst>
          </p:cNvPr>
          <p:cNvSpPr txBox="1"/>
          <p:nvPr/>
        </p:nvSpPr>
        <p:spPr>
          <a:xfrm>
            <a:off x="5167313" y="1578695"/>
            <a:ext cx="35814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+mj-ea"/>
                <a:ea typeface="+mj-ea"/>
              </a:rPr>
              <a:t>线号  </a:t>
            </a:r>
            <a:r>
              <a:rPr lang="en-US" altLang="zh-CN" sz="1600" b="1" dirty="0">
                <a:latin typeface="+mj-ea"/>
                <a:ea typeface="+mj-ea"/>
              </a:rPr>
              <a:t>(0</a:t>
            </a:r>
            <a:r>
              <a:rPr lang="zh-CN" altLang="en-US" sz="1600" b="1" dirty="0">
                <a:latin typeface="+mj-ea"/>
                <a:ea typeface="+mj-ea"/>
              </a:rPr>
              <a:t>为</a:t>
            </a:r>
            <a:r>
              <a:rPr lang="en-US" altLang="zh-CN" sz="1600" b="1" dirty="0">
                <a:latin typeface="+mj-ea"/>
                <a:ea typeface="+mj-ea"/>
              </a:rPr>
              <a:t>console</a:t>
            </a:r>
            <a:r>
              <a:rPr lang="zh-CN" altLang="en-US" sz="1600" b="1" dirty="0">
                <a:latin typeface="+mj-ea"/>
                <a:ea typeface="+mj-ea"/>
              </a:rPr>
              <a:t>线</a:t>
            </a:r>
            <a:r>
              <a:rPr lang="en-US" altLang="zh-CN" sz="1600" b="1" dirty="0">
                <a:latin typeface="+mj-ea"/>
                <a:ea typeface="+mj-ea"/>
              </a:rPr>
              <a:t>,9</a:t>
            </a:r>
            <a:r>
              <a:rPr lang="zh-CN" altLang="en-US" sz="1600" b="1" dirty="0">
                <a:latin typeface="+mj-ea"/>
                <a:ea typeface="+mj-ea"/>
              </a:rPr>
              <a:t>为普通网线</a:t>
            </a:r>
            <a:r>
              <a:rPr lang="en-US" altLang="zh-CN" sz="1600" b="1" dirty="0">
                <a:latin typeface="+mj-ea"/>
                <a:ea typeface="+mj-ea"/>
              </a:rPr>
              <a:t>)</a:t>
            </a:r>
            <a:endParaRPr lang="zh-CN" altLang="en-US" sz="16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9ED1911-F1C0-3845-DBC5-30C2513062ED}"/>
              </a:ext>
            </a:extLst>
          </p:cNvPr>
          <p:cNvSpPr txBox="1"/>
          <p:nvPr/>
        </p:nvSpPr>
        <p:spPr>
          <a:xfrm>
            <a:off x="5508625" y="4253656"/>
            <a:ext cx="358775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10F52D-EF5E-670A-9477-7472615D3CB7}"/>
              </a:ext>
            </a:extLst>
          </p:cNvPr>
          <p:cNvSpPr txBox="1"/>
          <p:nvPr/>
        </p:nvSpPr>
        <p:spPr>
          <a:xfrm>
            <a:off x="6443663" y="4263181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F25C80-AA27-CDAB-7106-9BE22F22A1DA}"/>
              </a:ext>
            </a:extLst>
          </p:cNvPr>
          <p:cNvSpPr txBox="1"/>
          <p:nvPr/>
        </p:nvSpPr>
        <p:spPr>
          <a:xfrm>
            <a:off x="7308850" y="4253656"/>
            <a:ext cx="358775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2B1176-A71A-958C-CE1D-3358533000BB}"/>
              </a:ext>
            </a:extLst>
          </p:cNvPr>
          <p:cNvSpPr txBox="1"/>
          <p:nvPr/>
        </p:nvSpPr>
        <p:spPr>
          <a:xfrm>
            <a:off x="8147050" y="4253656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F75F1D-D55B-1F76-1AF3-A0019E59A2BA}"/>
              </a:ext>
            </a:extLst>
          </p:cNvPr>
          <p:cNvSpPr txBox="1"/>
          <p:nvPr/>
        </p:nvSpPr>
        <p:spPr>
          <a:xfrm>
            <a:off x="5508625" y="4808265"/>
            <a:ext cx="358775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979DA5-DE84-5F7A-782A-1FAAD606A34B}"/>
              </a:ext>
            </a:extLst>
          </p:cNvPr>
          <p:cNvSpPr txBox="1"/>
          <p:nvPr/>
        </p:nvSpPr>
        <p:spPr>
          <a:xfrm>
            <a:off x="6443663" y="4808265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D45AEF-F744-926A-9AB8-BF8303D1BD39}"/>
              </a:ext>
            </a:extLst>
          </p:cNvPr>
          <p:cNvSpPr txBox="1"/>
          <p:nvPr/>
        </p:nvSpPr>
        <p:spPr>
          <a:xfrm>
            <a:off x="7308850" y="4797152"/>
            <a:ext cx="358775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3C29F2-8071-727B-4DA0-61E26EA749DC}"/>
              </a:ext>
            </a:extLst>
          </p:cNvPr>
          <p:cNvSpPr txBox="1"/>
          <p:nvPr/>
        </p:nvSpPr>
        <p:spPr>
          <a:xfrm>
            <a:off x="8147050" y="4808265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5DA69A-C93D-078E-614A-A6E961ACA0A0}"/>
              </a:ext>
            </a:extLst>
          </p:cNvPr>
          <p:cNvSpPr txBox="1"/>
          <p:nvPr/>
        </p:nvSpPr>
        <p:spPr>
          <a:xfrm>
            <a:off x="5508625" y="5373216"/>
            <a:ext cx="358775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DCE02A-F53A-3762-5BDD-014AC7A01117}"/>
              </a:ext>
            </a:extLst>
          </p:cNvPr>
          <p:cNvSpPr txBox="1"/>
          <p:nvPr/>
        </p:nvSpPr>
        <p:spPr>
          <a:xfrm>
            <a:off x="6443663" y="5384329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34E543-E6FE-989D-CB1F-21E4BE025E6E}"/>
              </a:ext>
            </a:extLst>
          </p:cNvPr>
          <p:cNvSpPr txBox="1"/>
          <p:nvPr/>
        </p:nvSpPr>
        <p:spPr>
          <a:xfrm>
            <a:off x="7308850" y="5373216"/>
            <a:ext cx="358775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ED7254-F708-E4F0-0371-A0BEA7783676}"/>
              </a:ext>
            </a:extLst>
          </p:cNvPr>
          <p:cNvSpPr txBox="1"/>
          <p:nvPr/>
        </p:nvSpPr>
        <p:spPr>
          <a:xfrm>
            <a:off x="8147050" y="5373216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182398-92F4-30F6-FCBB-690BCFCB34CD}"/>
              </a:ext>
            </a:extLst>
          </p:cNvPr>
          <p:cNvSpPr txBox="1"/>
          <p:nvPr/>
        </p:nvSpPr>
        <p:spPr>
          <a:xfrm>
            <a:off x="5508625" y="5961385"/>
            <a:ext cx="358775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C2DE0F-3B07-4D96-2151-DD830B7F3617}"/>
              </a:ext>
            </a:extLst>
          </p:cNvPr>
          <p:cNvSpPr txBox="1"/>
          <p:nvPr/>
        </p:nvSpPr>
        <p:spPr>
          <a:xfrm>
            <a:off x="6443663" y="5970910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03934E-586C-D113-C485-771E21AF908B}"/>
              </a:ext>
            </a:extLst>
          </p:cNvPr>
          <p:cNvSpPr txBox="1"/>
          <p:nvPr/>
        </p:nvSpPr>
        <p:spPr>
          <a:xfrm>
            <a:off x="7308850" y="5961385"/>
            <a:ext cx="358775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8421DF-2702-169A-BAF7-D32245A261D9}"/>
              </a:ext>
            </a:extLst>
          </p:cNvPr>
          <p:cNvSpPr txBox="1"/>
          <p:nvPr/>
        </p:nvSpPr>
        <p:spPr>
          <a:xfrm>
            <a:off x="8147050" y="5961385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387A89-F529-BC08-E9EB-63F2D27F78D0}"/>
              </a:ext>
            </a:extLst>
          </p:cNvPr>
          <p:cNvSpPr txBox="1"/>
          <p:nvPr/>
        </p:nvSpPr>
        <p:spPr>
          <a:xfrm>
            <a:off x="611188" y="2492896"/>
            <a:ext cx="36036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507753-C719-852A-2D7F-E1625E1A0FEC}"/>
              </a:ext>
            </a:extLst>
          </p:cNvPr>
          <p:cNvSpPr txBox="1"/>
          <p:nvPr/>
        </p:nvSpPr>
        <p:spPr>
          <a:xfrm>
            <a:off x="1490663" y="2504008"/>
            <a:ext cx="36036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A9E52FA-6F16-F7C0-D8FA-562B26733200}"/>
              </a:ext>
            </a:extLst>
          </p:cNvPr>
          <p:cNvSpPr txBox="1"/>
          <p:nvPr/>
        </p:nvSpPr>
        <p:spPr>
          <a:xfrm>
            <a:off x="2298700" y="2492896"/>
            <a:ext cx="36036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50D2E1-C0D7-43B2-215A-48CF2062DFBE}"/>
              </a:ext>
            </a:extLst>
          </p:cNvPr>
          <p:cNvSpPr txBox="1"/>
          <p:nvPr/>
        </p:nvSpPr>
        <p:spPr>
          <a:xfrm>
            <a:off x="3187700" y="2492896"/>
            <a:ext cx="36036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52B5F99-B195-035C-3D09-F9EAA3D84225}"/>
              </a:ext>
            </a:extLst>
          </p:cNvPr>
          <p:cNvSpPr txBox="1"/>
          <p:nvPr/>
        </p:nvSpPr>
        <p:spPr>
          <a:xfrm>
            <a:off x="611188" y="3049925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48CFEFD-E2F2-C026-4DB0-7A586347A94A}"/>
              </a:ext>
            </a:extLst>
          </p:cNvPr>
          <p:cNvSpPr txBox="1"/>
          <p:nvPr/>
        </p:nvSpPr>
        <p:spPr>
          <a:xfrm>
            <a:off x="1490663" y="3061037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DDA63AD-3CEE-7839-9EBD-0353CC4983F9}"/>
              </a:ext>
            </a:extLst>
          </p:cNvPr>
          <p:cNvSpPr txBox="1"/>
          <p:nvPr/>
        </p:nvSpPr>
        <p:spPr>
          <a:xfrm>
            <a:off x="2298700" y="3049925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7261DD2-BAF5-449C-CAD5-7DA894EA620F}"/>
              </a:ext>
            </a:extLst>
          </p:cNvPr>
          <p:cNvSpPr txBox="1"/>
          <p:nvPr/>
        </p:nvSpPr>
        <p:spPr>
          <a:xfrm>
            <a:off x="3187700" y="3049925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9E26608-4AFF-3F9C-A2C3-3F41A97A0AE3}"/>
              </a:ext>
            </a:extLst>
          </p:cNvPr>
          <p:cNvSpPr txBox="1"/>
          <p:nvPr/>
        </p:nvSpPr>
        <p:spPr>
          <a:xfrm>
            <a:off x="611188" y="3625989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624F305-B4C3-BC06-04CE-622B77CFE47E}"/>
              </a:ext>
            </a:extLst>
          </p:cNvPr>
          <p:cNvSpPr txBox="1"/>
          <p:nvPr/>
        </p:nvSpPr>
        <p:spPr>
          <a:xfrm>
            <a:off x="1490663" y="3637101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971D5AA-501F-A472-5067-79A9D76FE587}"/>
              </a:ext>
            </a:extLst>
          </p:cNvPr>
          <p:cNvSpPr txBox="1"/>
          <p:nvPr/>
        </p:nvSpPr>
        <p:spPr>
          <a:xfrm>
            <a:off x="2298700" y="3625989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8CFDDCE-9DE4-2C47-6E22-256B5A8629D7}"/>
              </a:ext>
            </a:extLst>
          </p:cNvPr>
          <p:cNvSpPr txBox="1"/>
          <p:nvPr/>
        </p:nvSpPr>
        <p:spPr>
          <a:xfrm>
            <a:off x="3187700" y="3625989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2CA3090-C78E-45EF-7A6C-BE07FB79948E}"/>
              </a:ext>
            </a:extLst>
          </p:cNvPr>
          <p:cNvSpPr txBox="1"/>
          <p:nvPr/>
        </p:nvSpPr>
        <p:spPr>
          <a:xfrm>
            <a:off x="611188" y="4200465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AE9F484-CB0C-3D39-CD4F-86CC558C1533}"/>
              </a:ext>
            </a:extLst>
          </p:cNvPr>
          <p:cNvSpPr txBox="1"/>
          <p:nvPr/>
        </p:nvSpPr>
        <p:spPr>
          <a:xfrm>
            <a:off x="1490663" y="4211578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32026DD-3910-7D84-E695-E1AEFFE43DB0}"/>
              </a:ext>
            </a:extLst>
          </p:cNvPr>
          <p:cNvSpPr txBox="1"/>
          <p:nvPr/>
        </p:nvSpPr>
        <p:spPr>
          <a:xfrm>
            <a:off x="2298700" y="4200465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36F385D-3EDE-9CE4-58AC-630207A045EB}"/>
              </a:ext>
            </a:extLst>
          </p:cNvPr>
          <p:cNvSpPr txBox="1"/>
          <p:nvPr/>
        </p:nvSpPr>
        <p:spPr>
          <a:xfrm>
            <a:off x="3187700" y="4200465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880CF91-C9D9-4D67-0F9B-413CF0D16D01}"/>
              </a:ext>
            </a:extLst>
          </p:cNvPr>
          <p:cNvSpPr txBox="1"/>
          <p:nvPr/>
        </p:nvSpPr>
        <p:spPr>
          <a:xfrm>
            <a:off x="611188" y="4776529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5FF2F31-4694-969F-8FD7-8E8DFD6793CD}"/>
              </a:ext>
            </a:extLst>
          </p:cNvPr>
          <p:cNvSpPr txBox="1"/>
          <p:nvPr/>
        </p:nvSpPr>
        <p:spPr>
          <a:xfrm>
            <a:off x="1490663" y="4787642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328662-A3A0-77F4-D26D-0F899217899F}"/>
              </a:ext>
            </a:extLst>
          </p:cNvPr>
          <p:cNvSpPr txBox="1"/>
          <p:nvPr/>
        </p:nvSpPr>
        <p:spPr>
          <a:xfrm>
            <a:off x="2298700" y="4776529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F2FFDA7-D53B-D2EA-2192-7EB3A95CB76B}"/>
              </a:ext>
            </a:extLst>
          </p:cNvPr>
          <p:cNvSpPr txBox="1"/>
          <p:nvPr/>
        </p:nvSpPr>
        <p:spPr>
          <a:xfrm>
            <a:off x="3187700" y="4776529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68FB720-BBD5-08F4-D849-05A6CBF3B56D}"/>
              </a:ext>
            </a:extLst>
          </p:cNvPr>
          <p:cNvSpPr txBox="1"/>
          <p:nvPr/>
        </p:nvSpPr>
        <p:spPr>
          <a:xfrm>
            <a:off x="611188" y="5362094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1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B6F2D6B-D430-FCF4-8756-2C5E23A6F625}"/>
              </a:ext>
            </a:extLst>
          </p:cNvPr>
          <p:cNvSpPr txBox="1"/>
          <p:nvPr/>
        </p:nvSpPr>
        <p:spPr>
          <a:xfrm>
            <a:off x="1490663" y="5373206"/>
            <a:ext cx="360362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2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AC2D8CA-5C6D-8D8C-5AD0-B1019897BE04}"/>
              </a:ext>
            </a:extLst>
          </p:cNvPr>
          <p:cNvSpPr txBox="1"/>
          <p:nvPr/>
        </p:nvSpPr>
        <p:spPr>
          <a:xfrm>
            <a:off x="2298700" y="5362094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3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0D0FD25-6074-E33A-47EC-2D3CA4B8CC81}"/>
              </a:ext>
            </a:extLst>
          </p:cNvPr>
          <p:cNvSpPr txBox="1"/>
          <p:nvPr/>
        </p:nvSpPr>
        <p:spPr>
          <a:xfrm>
            <a:off x="3187700" y="5362094"/>
            <a:ext cx="360363" cy="3539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700" b="1" dirty="0">
                <a:latin typeface="+mj-ea"/>
                <a:ea typeface="+mj-ea"/>
              </a:rPr>
              <a:t>4</a:t>
            </a:r>
            <a:endParaRPr lang="zh-CN" altLang="en-US" sz="1700" b="1" dirty="0">
              <a:latin typeface="+mj-ea"/>
              <a:ea typeface="+mj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FEAED6F-F1A3-5386-8D36-DFFC0A47CC02}"/>
              </a:ext>
            </a:extLst>
          </p:cNvPr>
          <p:cNvSpPr txBox="1"/>
          <p:nvPr/>
        </p:nvSpPr>
        <p:spPr>
          <a:xfrm>
            <a:off x="1058863" y="1960513"/>
            <a:ext cx="197167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b="1" dirty="0">
                <a:latin typeface="+mj-ea"/>
                <a:ea typeface="+mj-ea"/>
              </a:rPr>
              <a:t>PC</a:t>
            </a:r>
            <a:r>
              <a:rPr lang="zh-CN" altLang="en-US" b="1" dirty="0">
                <a:latin typeface="+mj-ea"/>
                <a:ea typeface="+mj-ea"/>
              </a:rPr>
              <a:t>号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45D9339-2E1C-0B43-4582-EE7F7203E3D8}"/>
              </a:ext>
            </a:extLst>
          </p:cNvPr>
          <p:cNvGrpSpPr/>
          <p:nvPr/>
        </p:nvGrpSpPr>
        <p:grpSpPr>
          <a:xfrm>
            <a:off x="3727115" y="908720"/>
            <a:ext cx="3338041" cy="817562"/>
            <a:chOff x="3727115" y="992188"/>
            <a:chExt cx="3338041" cy="817562"/>
          </a:xfrm>
        </p:grpSpPr>
        <p:pic>
          <p:nvPicPr>
            <p:cNvPr id="27691" name="Picture 207" descr="水晶头">
              <a:extLst>
                <a:ext uri="{FF2B5EF4-FFF2-40B4-BE49-F238E27FC236}">
                  <a16:creationId xmlns:a16="http://schemas.microsoft.com/office/drawing/2014/main" id="{5F58DB0D-6F5E-48D2-C0F4-41CF1A29AB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74" r="12360"/>
            <a:stretch>
              <a:fillRect/>
            </a:stretch>
          </p:blipFill>
          <p:spPr bwMode="auto">
            <a:xfrm rot="1252400">
              <a:off x="3727115" y="992188"/>
              <a:ext cx="1020763" cy="817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943D91AC-B7D5-D65B-9819-FD3D3994B2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44008" y="1384300"/>
              <a:ext cx="2421148" cy="0"/>
            </a:xfrm>
            <a:prstGeom prst="straightConnector1">
              <a:avLst/>
            </a:prstGeom>
            <a:solidFill>
              <a:schemeClr val="accent1"/>
            </a:solidFill>
            <a:ln w="177800" cap="flat" cmpd="sng" algn="ctr">
              <a:solidFill>
                <a:schemeClr val="bg2">
                  <a:lumMod val="25000"/>
                  <a:lumOff val="75000"/>
                </a:schemeClr>
              </a:solidFill>
              <a:prstDash val="solid"/>
              <a:miter lim="800000"/>
              <a:headEnd type="none" w="med" len="med"/>
              <a:tailEnd type="none"/>
            </a:ln>
          </p:spPr>
        </p:cxn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191584DD-FA1E-EE79-5913-384C51FAD614}"/>
              </a:ext>
            </a:extLst>
          </p:cNvPr>
          <p:cNvSpPr txBox="1"/>
          <p:nvPr/>
        </p:nvSpPr>
        <p:spPr>
          <a:xfrm>
            <a:off x="4859585" y="1150020"/>
            <a:ext cx="382998" cy="307975"/>
          </a:xfrm>
          <a:prstGeom prst="rect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400" b="1" dirty="0">
                <a:latin typeface="+mj-ea"/>
                <a:ea typeface="+mj-ea"/>
              </a:rPr>
              <a:t>1</a:t>
            </a:r>
            <a:endParaRPr lang="zh-CN" altLang="en-US" sz="1400" b="1" dirty="0">
              <a:latin typeface="+mj-ea"/>
              <a:ea typeface="+mj-ea"/>
            </a:endParaRPr>
          </a:p>
        </p:txBody>
      </p:sp>
      <p:sp>
        <p:nvSpPr>
          <p:cNvPr id="27694" name="文本框 52">
            <a:extLst>
              <a:ext uri="{FF2B5EF4-FFF2-40B4-BE49-F238E27FC236}">
                <a16:creationId xmlns:a16="http://schemas.microsoft.com/office/drawing/2014/main" id="{60DA7354-92F5-C0ED-7479-3229C2A8A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707" y="1150020"/>
            <a:ext cx="382997" cy="3079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 dirty="0">
                <a:latin typeface="宋体" panose="02010600030101010101" pitchFamily="2" charset="-122"/>
              </a:rPr>
              <a:t>2</a:t>
            </a:r>
            <a:endParaRPr lang="zh-CN" altLang="en-US" sz="1400" b="1" dirty="0">
              <a:latin typeface="宋体" panose="0201060003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821C941-870D-D3E9-9582-F2B157B01AC4}"/>
              </a:ext>
            </a:extLst>
          </p:cNvPr>
          <p:cNvSpPr txBox="1"/>
          <p:nvPr/>
        </p:nvSpPr>
        <p:spPr>
          <a:xfrm>
            <a:off x="5723358" y="1150020"/>
            <a:ext cx="382998" cy="307975"/>
          </a:xfrm>
          <a:prstGeom prst="rect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400" b="1" dirty="0">
                <a:latin typeface="+mj-ea"/>
                <a:ea typeface="+mj-ea"/>
              </a:rPr>
              <a:t>1</a:t>
            </a:r>
            <a:endParaRPr lang="zh-CN" altLang="en-US" sz="1400" b="1" dirty="0">
              <a:latin typeface="+mj-ea"/>
              <a:ea typeface="+mj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BC94B1A-2E11-82CD-936C-D58CFC6C7BBD}"/>
              </a:ext>
            </a:extLst>
          </p:cNvPr>
          <p:cNvSpPr txBox="1"/>
          <p:nvPr/>
        </p:nvSpPr>
        <p:spPr>
          <a:xfrm>
            <a:off x="4731320" y="1402432"/>
            <a:ext cx="671510" cy="33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latin typeface="+mj-ea"/>
                <a:ea typeface="+mj-ea"/>
              </a:rPr>
              <a:t>排号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4DDA9AB-E236-C52D-C52B-6769587C6E58}"/>
              </a:ext>
            </a:extLst>
          </p:cNvPr>
          <p:cNvSpPr txBox="1"/>
          <p:nvPr/>
        </p:nvSpPr>
        <p:spPr>
          <a:xfrm>
            <a:off x="5220269" y="1402432"/>
            <a:ext cx="764307" cy="33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b="1" dirty="0">
                <a:latin typeface="+mj-ea"/>
                <a:ea typeface="+mj-ea"/>
              </a:rPr>
              <a:t>PC</a:t>
            </a:r>
            <a:r>
              <a:rPr lang="zh-CN" altLang="en-US" sz="1600" b="1" dirty="0">
                <a:latin typeface="+mj-ea"/>
                <a:ea typeface="+mj-ea"/>
              </a:rPr>
              <a:t>号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987A1EB-1349-CFD5-A5AE-D057170ED0F5}"/>
              </a:ext>
            </a:extLst>
          </p:cNvPr>
          <p:cNvSpPr txBox="1"/>
          <p:nvPr/>
        </p:nvSpPr>
        <p:spPr>
          <a:xfrm>
            <a:off x="5661594" y="1400845"/>
            <a:ext cx="34824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latin typeface="+mj-ea"/>
                <a:ea typeface="+mj-ea"/>
              </a:rPr>
              <a:t>线号 </a:t>
            </a:r>
            <a:r>
              <a:rPr lang="en-US" altLang="zh-CN" sz="1600" b="1" dirty="0">
                <a:latin typeface="+mj-ea"/>
                <a:ea typeface="+mj-ea"/>
              </a:rPr>
              <a:t>(1</a:t>
            </a:r>
            <a:r>
              <a:rPr lang="zh-CN" altLang="en-US" sz="1600" b="1" dirty="0">
                <a:latin typeface="+mj-ea"/>
                <a:ea typeface="+mj-ea"/>
              </a:rPr>
              <a:t>为</a:t>
            </a:r>
            <a:r>
              <a:rPr lang="en-US" altLang="zh-CN" sz="1600" b="1" dirty="0">
                <a:latin typeface="+mj-ea"/>
                <a:ea typeface="+mj-ea"/>
              </a:rPr>
              <a:t>console</a:t>
            </a:r>
            <a:r>
              <a:rPr lang="zh-CN" altLang="en-US" sz="1600" b="1" dirty="0">
                <a:latin typeface="+mj-ea"/>
                <a:ea typeface="+mj-ea"/>
              </a:rPr>
              <a:t>，</a:t>
            </a:r>
            <a:r>
              <a:rPr lang="en-US" altLang="zh-CN" sz="1600" b="1" dirty="0">
                <a:latin typeface="+mj-ea"/>
                <a:ea typeface="+mj-ea"/>
              </a:rPr>
              <a:t>2</a:t>
            </a:r>
            <a:r>
              <a:rPr lang="zh-CN" altLang="en-US" sz="1600" b="1" dirty="0">
                <a:latin typeface="+mj-ea"/>
                <a:ea typeface="+mj-ea"/>
              </a:rPr>
              <a:t>为普通网线</a:t>
            </a:r>
            <a:r>
              <a:rPr lang="en-US" altLang="zh-CN" sz="1600" b="1" dirty="0">
                <a:latin typeface="+mj-ea"/>
                <a:ea typeface="+mj-ea"/>
              </a:rPr>
              <a:t>)</a:t>
            </a:r>
            <a:endParaRPr lang="zh-CN" altLang="en-US" sz="1600" b="1" dirty="0">
              <a:latin typeface="+mj-ea"/>
              <a:ea typeface="+mj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741E9C4-40AB-EAA9-253B-D884F2BF5FD0}"/>
              </a:ext>
            </a:extLst>
          </p:cNvPr>
          <p:cNvSpPr txBox="1"/>
          <p:nvPr/>
        </p:nvSpPr>
        <p:spPr>
          <a:xfrm>
            <a:off x="-26988" y="3049017"/>
            <a:ext cx="69373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b="1" dirty="0">
                <a:latin typeface="+mj-ea"/>
                <a:ea typeface="+mj-ea"/>
              </a:rPr>
              <a:t>第</a:t>
            </a:r>
            <a:r>
              <a:rPr lang="en-US" altLang="zh-CN" sz="1400" b="1" dirty="0">
                <a:latin typeface="+mj-ea"/>
                <a:ea typeface="+mj-ea"/>
              </a:rPr>
              <a:t>1</a:t>
            </a:r>
            <a:r>
              <a:rPr lang="zh-CN" altLang="en-US" sz="1400" b="1" dirty="0">
                <a:latin typeface="+mj-ea"/>
                <a:ea typeface="+mj-ea"/>
              </a:rPr>
              <a:t>排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8C9E6FC-938C-61F4-AD20-0AEC632749B3}"/>
              </a:ext>
            </a:extLst>
          </p:cNvPr>
          <p:cNvSpPr txBox="1"/>
          <p:nvPr/>
        </p:nvSpPr>
        <p:spPr>
          <a:xfrm>
            <a:off x="0" y="5353273"/>
            <a:ext cx="69373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b="1" dirty="0">
                <a:latin typeface="+mj-ea"/>
                <a:ea typeface="+mj-ea"/>
              </a:rPr>
              <a:t>第</a:t>
            </a:r>
            <a:r>
              <a:rPr lang="en-US" altLang="zh-CN" sz="1400" b="1" dirty="0">
                <a:latin typeface="+mj-ea"/>
                <a:ea typeface="+mj-ea"/>
              </a:rPr>
              <a:t>5</a:t>
            </a:r>
            <a:r>
              <a:rPr lang="zh-CN" altLang="en-US" sz="1400" b="1" dirty="0">
                <a:latin typeface="+mj-ea"/>
                <a:ea typeface="+mj-ea"/>
              </a:rPr>
              <a:t>排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136C272-B488-63D6-B96B-09952F4C823B}"/>
              </a:ext>
            </a:extLst>
          </p:cNvPr>
          <p:cNvSpPr txBox="1"/>
          <p:nvPr/>
        </p:nvSpPr>
        <p:spPr>
          <a:xfrm>
            <a:off x="4765675" y="4274294"/>
            <a:ext cx="69532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b="1" dirty="0">
                <a:latin typeface="+mj-ea"/>
                <a:ea typeface="+mj-ea"/>
              </a:rPr>
              <a:t>第</a:t>
            </a:r>
            <a:r>
              <a:rPr lang="en-US" altLang="zh-CN" sz="1400" b="1" dirty="0">
                <a:latin typeface="+mj-ea"/>
                <a:ea typeface="+mj-ea"/>
              </a:rPr>
              <a:t>3</a:t>
            </a:r>
            <a:r>
              <a:rPr lang="zh-CN" altLang="en-US" sz="1400" b="1" dirty="0">
                <a:latin typeface="+mj-ea"/>
                <a:ea typeface="+mj-ea"/>
              </a:rPr>
              <a:t>排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06B5EF8-5CA5-66C9-6AF8-90E5C3ADF2A2}"/>
              </a:ext>
            </a:extLst>
          </p:cNvPr>
          <p:cNvSpPr txBox="1"/>
          <p:nvPr/>
        </p:nvSpPr>
        <p:spPr>
          <a:xfrm>
            <a:off x="4813300" y="5961385"/>
            <a:ext cx="69532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b="1" dirty="0">
                <a:latin typeface="+mj-ea"/>
                <a:ea typeface="+mj-ea"/>
              </a:rPr>
              <a:t>第</a:t>
            </a:r>
            <a:r>
              <a:rPr lang="en-US" altLang="zh-CN" sz="1400" b="1" dirty="0">
                <a:latin typeface="+mj-ea"/>
                <a:ea typeface="+mj-ea"/>
              </a:rPr>
              <a:t>6</a:t>
            </a:r>
            <a:r>
              <a:rPr lang="zh-CN" altLang="en-US" sz="1400" b="1" dirty="0">
                <a:latin typeface="+mj-ea"/>
                <a:ea typeface="+mj-ea"/>
              </a:rPr>
              <a:t>排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A4C50BE-0A86-E1C0-4ED4-6BBC3A57C80D}"/>
              </a:ext>
            </a:extLst>
          </p:cNvPr>
          <p:cNvSpPr txBox="1"/>
          <p:nvPr/>
        </p:nvSpPr>
        <p:spPr>
          <a:xfrm>
            <a:off x="46038" y="6345238"/>
            <a:ext cx="1050925" cy="277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547B597-8A1C-2E1A-8609-4AEB4504A529}"/>
              </a:ext>
            </a:extLst>
          </p:cNvPr>
          <p:cNvSpPr txBox="1"/>
          <p:nvPr/>
        </p:nvSpPr>
        <p:spPr>
          <a:xfrm>
            <a:off x="827088" y="6351588"/>
            <a:ext cx="11636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  <a:p>
            <a:pPr algn="r">
              <a:defRPr/>
            </a:pPr>
            <a:r>
              <a:rPr lang="en-US" altLang="zh-CN" sz="1200" b="1" dirty="0">
                <a:latin typeface="+mj-ea"/>
                <a:ea typeface="+mj-ea"/>
              </a:rPr>
              <a:t>R-console</a:t>
            </a:r>
            <a:r>
              <a:rPr lang="zh-CN" altLang="en-US" sz="1200" b="1" dirty="0">
                <a:latin typeface="+mj-ea"/>
                <a:ea typeface="+mj-ea"/>
              </a:rPr>
              <a:t>线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E584FE7-3C1F-E38D-595C-A37AF9924796}"/>
              </a:ext>
            </a:extLst>
          </p:cNvPr>
          <p:cNvSpPr txBox="1"/>
          <p:nvPr/>
        </p:nvSpPr>
        <p:spPr>
          <a:xfrm>
            <a:off x="2878138" y="6345238"/>
            <a:ext cx="11176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  <a:p>
            <a:pPr algn="r">
              <a:defRPr/>
            </a:pPr>
            <a:r>
              <a:rPr lang="en-US" altLang="zh-CN" sz="1200" b="1" dirty="0">
                <a:latin typeface="+mj-ea"/>
                <a:ea typeface="+mj-ea"/>
              </a:rPr>
              <a:t>R-console</a:t>
            </a:r>
            <a:r>
              <a:rPr lang="zh-CN" altLang="en-US" sz="1200" b="1" dirty="0">
                <a:latin typeface="+mj-ea"/>
                <a:ea typeface="+mj-ea"/>
              </a:rPr>
              <a:t>线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0E8983A-818B-1606-633E-7C25E9D0FBA0}"/>
              </a:ext>
            </a:extLst>
          </p:cNvPr>
          <p:cNvSpPr txBox="1"/>
          <p:nvPr/>
        </p:nvSpPr>
        <p:spPr>
          <a:xfrm>
            <a:off x="1892300" y="6350000"/>
            <a:ext cx="1095375" cy="46196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00" b="1"/>
            </a:lvl1pPr>
          </a:lstStyle>
          <a:p>
            <a:pPr>
              <a:defRPr/>
            </a:pPr>
            <a:r>
              <a:rPr lang="zh-CN" altLang="en-US" dirty="0">
                <a:latin typeface="+mj-ea"/>
                <a:ea typeface="+mj-ea"/>
              </a:rPr>
              <a:t>普通网线</a:t>
            </a:r>
          </a:p>
          <a:p>
            <a:pPr>
              <a:defRPr/>
            </a:pPr>
            <a:r>
              <a:rPr lang="en-US" altLang="zh-CN" dirty="0">
                <a:latin typeface="+mj-ea"/>
                <a:ea typeface="+mj-ea"/>
              </a:rPr>
              <a:t>S-console</a:t>
            </a:r>
            <a:r>
              <a:rPr lang="zh-CN" altLang="en-US" dirty="0">
                <a:latin typeface="+mj-ea"/>
                <a:ea typeface="+mj-ea"/>
              </a:rPr>
              <a:t>线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037325A-9145-076E-88EE-24B07C98E250}"/>
              </a:ext>
            </a:extLst>
          </p:cNvPr>
          <p:cNvSpPr txBox="1"/>
          <p:nvPr/>
        </p:nvSpPr>
        <p:spPr>
          <a:xfrm>
            <a:off x="7800975" y="6362700"/>
            <a:ext cx="1050925" cy="277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7A0ADCD-57B1-B305-7F0B-CA3943A454F8}"/>
              </a:ext>
            </a:extLst>
          </p:cNvPr>
          <p:cNvSpPr txBox="1"/>
          <p:nvPr/>
        </p:nvSpPr>
        <p:spPr>
          <a:xfrm>
            <a:off x="4932363" y="6351588"/>
            <a:ext cx="116205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  <a:p>
            <a:pPr algn="r">
              <a:defRPr/>
            </a:pPr>
            <a:r>
              <a:rPr lang="en-US" altLang="zh-CN" sz="1200" b="1" dirty="0">
                <a:latin typeface="+mj-ea"/>
                <a:ea typeface="+mj-ea"/>
              </a:rPr>
              <a:t>R-console</a:t>
            </a:r>
            <a:r>
              <a:rPr lang="zh-CN" altLang="en-US" sz="1200" b="1" dirty="0">
                <a:latin typeface="+mj-ea"/>
                <a:ea typeface="+mj-ea"/>
              </a:rPr>
              <a:t>线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8F67C5C-7D47-E52A-EE3B-2392D1BA8D38}"/>
              </a:ext>
            </a:extLst>
          </p:cNvPr>
          <p:cNvSpPr txBox="1"/>
          <p:nvPr/>
        </p:nvSpPr>
        <p:spPr>
          <a:xfrm>
            <a:off x="6940550" y="6351588"/>
            <a:ext cx="11176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b="1" dirty="0">
                <a:latin typeface="+mj-ea"/>
                <a:ea typeface="+mj-ea"/>
              </a:rPr>
              <a:t>普通网线</a:t>
            </a:r>
          </a:p>
          <a:p>
            <a:pPr algn="r">
              <a:defRPr/>
            </a:pPr>
            <a:r>
              <a:rPr lang="en-US" altLang="zh-CN" sz="1200" b="1" dirty="0">
                <a:latin typeface="+mj-ea"/>
                <a:ea typeface="+mj-ea"/>
              </a:rPr>
              <a:t>R-console</a:t>
            </a:r>
            <a:r>
              <a:rPr lang="zh-CN" altLang="en-US" sz="1200" b="1" dirty="0">
                <a:latin typeface="+mj-ea"/>
                <a:ea typeface="+mj-ea"/>
              </a:rPr>
              <a:t>线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D42142B-76FA-D4E4-004D-E12D13B517E8}"/>
              </a:ext>
            </a:extLst>
          </p:cNvPr>
          <p:cNvSpPr txBox="1"/>
          <p:nvPr/>
        </p:nvSpPr>
        <p:spPr>
          <a:xfrm>
            <a:off x="5940425" y="6351588"/>
            <a:ext cx="1095375" cy="461962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00" b="1"/>
            </a:lvl1pPr>
          </a:lstStyle>
          <a:p>
            <a:pPr>
              <a:defRPr/>
            </a:pPr>
            <a:r>
              <a:rPr lang="zh-CN" altLang="en-US" dirty="0">
                <a:latin typeface="+mj-ea"/>
                <a:ea typeface="+mj-ea"/>
              </a:rPr>
              <a:t>普通网线</a:t>
            </a:r>
          </a:p>
          <a:p>
            <a:pPr>
              <a:defRPr/>
            </a:pPr>
            <a:r>
              <a:rPr lang="en-US" altLang="zh-CN" dirty="0">
                <a:latin typeface="+mj-ea"/>
                <a:ea typeface="+mj-ea"/>
              </a:rPr>
              <a:t>S-console</a:t>
            </a:r>
            <a:r>
              <a:rPr lang="zh-CN" altLang="en-US" dirty="0">
                <a:latin typeface="+mj-ea"/>
                <a:ea typeface="+mj-ea"/>
              </a:rPr>
              <a:t>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C6F55F-865A-4DC8-EBFF-5A31619DBAE3}"/>
              </a:ext>
            </a:extLst>
          </p:cNvPr>
          <p:cNvSpPr txBox="1"/>
          <p:nvPr/>
        </p:nvSpPr>
        <p:spPr>
          <a:xfrm>
            <a:off x="611560" y="5928876"/>
            <a:ext cx="36036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5CEE46-6033-D341-1C4D-E45154F34A20}"/>
              </a:ext>
            </a:extLst>
          </p:cNvPr>
          <p:cNvSpPr txBox="1"/>
          <p:nvPr/>
        </p:nvSpPr>
        <p:spPr>
          <a:xfrm>
            <a:off x="1491035" y="5939988"/>
            <a:ext cx="36036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49E047E-D6F2-12A4-0B95-349233B8BBE0}"/>
              </a:ext>
            </a:extLst>
          </p:cNvPr>
          <p:cNvSpPr txBox="1"/>
          <p:nvPr/>
        </p:nvSpPr>
        <p:spPr>
          <a:xfrm>
            <a:off x="2299072" y="5928876"/>
            <a:ext cx="36036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65A20A2-4D40-563A-7DDC-501B856318B6}"/>
              </a:ext>
            </a:extLst>
          </p:cNvPr>
          <p:cNvSpPr txBox="1"/>
          <p:nvPr/>
        </p:nvSpPr>
        <p:spPr>
          <a:xfrm>
            <a:off x="3188072" y="5928876"/>
            <a:ext cx="36036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ACA03A8-9D65-8516-1DCF-FDFB2C49F137}"/>
              </a:ext>
            </a:extLst>
          </p:cNvPr>
          <p:cNvSpPr txBox="1"/>
          <p:nvPr/>
        </p:nvSpPr>
        <p:spPr>
          <a:xfrm>
            <a:off x="5523557" y="2492896"/>
            <a:ext cx="36036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FAD9626-2F07-633C-DF67-B4A4A08961F5}"/>
              </a:ext>
            </a:extLst>
          </p:cNvPr>
          <p:cNvSpPr txBox="1"/>
          <p:nvPr/>
        </p:nvSpPr>
        <p:spPr>
          <a:xfrm>
            <a:off x="6403032" y="2504008"/>
            <a:ext cx="36036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685F034-BFF9-73A7-A431-7558A7630319}"/>
              </a:ext>
            </a:extLst>
          </p:cNvPr>
          <p:cNvSpPr txBox="1"/>
          <p:nvPr/>
        </p:nvSpPr>
        <p:spPr>
          <a:xfrm>
            <a:off x="7211069" y="2492896"/>
            <a:ext cx="36036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DF0C200-A052-344B-535D-85CF0AC449FA}"/>
              </a:ext>
            </a:extLst>
          </p:cNvPr>
          <p:cNvSpPr txBox="1"/>
          <p:nvPr/>
        </p:nvSpPr>
        <p:spPr>
          <a:xfrm>
            <a:off x="8100069" y="2492896"/>
            <a:ext cx="36036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5128855-4329-1FDF-F73E-CB518FC66B1B}"/>
              </a:ext>
            </a:extLst>
          </p:cNvPr>
          <p:cNvSpPr txBox="1"/>
          <p:nvPr/>
        </p:nvSpPr>
        <p:spPr>
          <a:xfrm>
            <a:off x="5523557" y="1916832"/>
            <a:ext cx="36036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B136BE3-8614-C3FD-DBD5-AEEFB0418FF8}"/>
              </a:ext>
            </a:extLst>
          </p:cNvPr>
          <p:cNvSpPr txBox="1"/>
          <p:nvPr/>
        </p:nvSpPr>
        <p:spPr>
          <a:xfrm>
            <a:off x="6403032" y="1927944"/>
            <a:ext cx="36036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DC35414-F66E-D2EB-F431-7478B04B3250}"/>
              </a:ext>
            </a:extLst>
          </p:cNvPr>
          <p:cNvSpPr txBox="1"/>
          <p:nvPr/>
        </p:nvSpPr>
        <p:spPr>
          <a:xfrm>
            <a:off x="7211069" y="1916832"/>
            <a:ext cx="36036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6DAE5A5-5A85-4599-2FAE-A939645B590D}"/>
              </a:ext>
            </a:extLst>
          </p:cNvPr>
          <p:cNvSpPr txBox="1"/>
          <p:nvPr/>
        </p:nvSpPr>
        <p:spPr>
          <a:xfrm>
            <a:off x="8100069" y="1916832"/>
            <a:ext cx="36036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891E55-0886-AABA-3C9D-1C165085A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4" y="116111"/>
            <a:ext cx="7793037" cy="9366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latin typeface="+mj-ea"/>
              </a:rPr>
              <a:t>附</a:t>
            </a:r>
            <a:r>
              <a:rPr lang="en-US" altLang="zh-CN" b="1" dirty="0">
                <a:latin typeface="+mj-ea"/>
              </a:rPr>
              <a:t>2: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519</a:t>
            </a:r>
            <a:r>
              <a:rPr kumimoji="1" lang="zh-CN" altLang="en-US" b="1" dirty="0">
                <a:latin typeface="+mj-ea"/>
              </a:rPr>
              <a:t>教室网线说明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729</Words>
  <Application>Microsoft Macintosh PowerPoint</Application>
  <PresentationFormat>全屏显示(4:3)</PresentationFormat>
  <Paragraphs>219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宋体</vt:lpstr>
      <vt:lpstr>Arial</vt:lpstr>
      <vt:lpstr>Calibri</vt:lpstr>
      <vt:lpstr>默认设计模板</vt:lpstr>
      <vt:lpstr>实验</vt:lpstr>
      <vt:lpstr>实验时间地点</vt:lpstr>
      <vt:lpstr>安排说明</vt:lpstr>
      <vt:lpstr>工作环境</vt:lpstr>
      <vt:lpstr>任务</vt:lpstr>
      <vt:lpstr>任务</vt:lpstr>
      <vt:lpstr>PowerPoint 演示文稿</vt:lpstr>
      <vt:lpstr>任务</vt:lpstr>
      <vt:lpstr>PowerPoint 演示文稿</vt:lpstr>
      <vt:lpstr>附1: 522教室网线说明</vt:lpstr>
      <vt:lpstr>附2: 519教室网线说明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renxt</dc:creator>
  <cp:lastModifiedBy>renxt</cp:lastModifiedBy>
  <cp:revision>229</cp:revision>
  <dcterms:created xsi:type="dcterms:W3CDTF">2010-04-03T02:59:35Z</dcterms:created>
  <dcterms:modified xsi:type="dcterms:W3CDTF">2026-04-03T02:52:34Z</dcterms:modified>
</cp:coreProperties>
</file>